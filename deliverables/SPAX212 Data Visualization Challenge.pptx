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1"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456" y="23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eter Chapman" userId="c6648ea13a4819e1" providerId="LiveId" clId="{BF9EC2D8-1460-441A-9732-E6910D3CE5BB}"/>
    <pc:docChg chg="undo custSel addSld delSld modSld delMainMaster modMainMaster">
      <pc:chgData name="Peter Chapman" userId="c6648ea13a4819e1" providerId="LiveId" clId="{BF9EC2D8-1460-441A-9732-E6910D3CE5BB}" dt="2025-11-03T02:01:10.246" v="8430" actId="20577"/>
      <pc:docMkLst>
        <pc:docMk/>
      </pc:docMkLst>
      <pc:sldChg chg="delSp new del mod">
        <pc:chgData name="Peter Chapman" userId="c6648ea13a4819e1" providerId="LiveId" clId="{BF9EC2D8-1460-441A-9732-E6910D3CE5BB}" dt="2025-11-02T17:20:48.104" v="4" actId="2696"/>
        <pc:sldMkLst>
          <pc:docMk/>
          <pc:sldMk cId="84146561" sldId="256"/>
        </pc:sldMkLst>
        <pc:spChg chg="del">
          <ac:chgData name="Peter Chapman" userId="c6648ea13a4819e1" providerId="LiveId" clId="{BF9EC2D8-1460-441A-9732-E6910D3CE5BB}" dt="2025-11-02T17:17:52.892" v="1" actId="21"/>
          <ac:spMkLst>
            <pc:docMk/>
            <pc:sldMk cId="84146561" sldId="256"/>
            <ac:spMk id="2" creationId="{D57BDCB9-CEF9-0E7D-C691-39837118F711}"/>
          </ac:spMkLst>
        </pc:spChg>
        <pc:spChg chg="del">
          <ac:chgData name="Peter Chapman" userId="c6648ea13a4819e1" providerId="LiveId" clId="{BF9EC2D8-1460-441A-9732-E6910D3CE5BB}" dt="2025-11-02T17:17:55.533" v="2" actId="21"/>
          <ac:spMkLst>
            <pc:docMk/>
            <pc:sldMk cId="84146561" sldId="256"/>
            <ac:spMk id="3" creationId="{F11E21F2-DE1C-E441-A820-765E7601BB83}"/>
          </ac:spMkLst>
        </pc:spChg>
      </pc:sldChg>
      <pc:sldChg chg="addSp delSp modSp add mod setBg chgLayout">
        <pc:chgData name="Peter Chapman" userId="c6648ea13a4819e1" providerId="LiveId" clId="{BF9EC2D8-1460-441A-9732-E6910D3CE5BB}" dt="2025-11-03T02:01:10.246" v="8430" actId="20577"/>
        <pc:sldMkLst>
          <pc:docMk/>
          <pc:sldMk cId="183389920" sldId="261"/>
        </pc:sldMkLst>
        <pc:spChg chg="mod">
          <ac:chgData name="Peter Chapman" userId="c6648ea13a4819e1" providerId="LiveId" clId="{BF9EC2D8-1460-441A-9732-E6910D3CE5BB}" dt="2025-11-03T02:01:10.246" v="8430" actId="20577"/>
          <ac:spMkLst>
            <pc:docMk/>
            <pc:sldMk cId="183389920" sldId="261"/>
            <ac:spMk id="2" creationId="{4A88C56A-C898-9F4E-8933-9EC817B96972}"/>
          </ac:spMkLst>
        </pc:spChg>
        <pc:spChg chg="mod">
          <ac:chgData name="Peter Chapman" userId="c6648ea13a4819e1" providerId="LiveId" clId="{BF9EC2D8-1460-441A-9732-E6910D3CE5BB}" dt="2025-11-02T22:48:00.823" v="4968" actId="1076"/>
          <ac:spMkLst>
            <pc:docMk/>
            <pc:sldMk cId="183389920" sldId="261"/>
            <ac:spMk id="3" creationId="{368F42AB-0B38-6240-B455-4EAD6491D21A}"/>
          </ac:spMkLst>
        </pc:spChg>
        <pc:spChg chg="mod">
          <ac:chgData name="Peter Chapman" userId="c6648ea13a4819e1" providerId="LiveId" clId="{BF9EC2D8-1460-441A-9732-E6910D3CE5BB}" dt="2025-11-02T22:47:52.373" v="4967" actId="255"/>
          <ac:spMkLst>
            <pc:docMk/>
            <pc:sldMk cId="183389920" sldId="261"/>
            <ac:spMk id="4" creationId="{C92934C5-F417-4547-A178-F9454BBDDA4A}"/>
          </ac:spMkLst>
        </pc:spChg>
        <pc:spChg chg="mod ord">
          <ac:chgData name="Peter Chapman" userId="c6648ea13a4819e1" providerId="LiveId" clId="{BF9EC2D8-1460-441A-9732-E6910D3CE5BB}" dt="2025-11-02T22:43:53.989" v="4965" actId="700"/>
          <ac:spMkLst>
            <pc:docMk/>
            <pc:sldMk cId="183389920" sldId="261"/>
            <ac:spMk id="5" creationId="{03371DE7-DCBD-E143-8BC8-F10EEF67D84C}"/>
          </ac:spMkLst>
        </pc:spChg>
        <pc:spChg chg="mod">
          <ac:chgData name="Peter Chapman" userId="c6648ea13a4819e1" providerId="LiveId" clId="{BF9EC2D8-1460-441A-9732-E6910D3CE5BB}" dt="2025-11-02T19:29:39.513" v="1081" actId="1076"/>
          <ac:spMkLst>
            <pc:docMk/>
            <pc:sldMk cId="183389920" sldId="261"/>
            <ac:spMk id="6" creationId="{A5DE1169-8E44-8344-A5CD-DA0F01E9245D}"/>
          </ac:spMkLst>
        </pc:spChg>
        <pc:spChg chg="mod ord">
          <ac:chgData name="Peter Chapman" userId="c6648ea13a4819e1" providerId="LiveId" clId="{BF9EC2D8-1460-441A-9732-E6910D3CE5BB}" dt="2025-11-02T22:43:53.989" v="4965" actId="700"/>
          <ac:spMkLst>
            <pc:docMk/>
            <pc:sldMk cId="183389920" sldId="261"/>
            <ac:spMk id="7" creationId="{8A19A437-04D4-5F45-A616-3A5D998A1D8E}"/>
          </ac:spMkLst>
        </pc:spChg>
        <pc:spChg chg="mod ord">
          <ac:chgData name="Peter Chapman" userId="c6648ea13a4819e1" providerId="LiveId" clId="{BF9EC2D8-1460-441A-9732-E6910D3CE5BB}" dt="2025-11-02T22:43:53.989" v="4965" actId="700"/>
          <ac:spMkLst>
            <pc:docMk/>
            <pc:sldMk cId="183389920" sldId="261"/>
            <ac:spMk id="8" creationId="{527E62BD-C7ED-5840-AD8F-AB2265CC8F56}"/>
          </ac:spMkLst>
        </pc:spChg>
        <pc:spChg chg="mod ord">
          <ac:chgData name="Peter Chapman" userId="c6648ea13a4819e1" providerId="LiveId" clId="{BF9EC2D8-1460-441A-9732-E6910D3CE5BB}" dt="2025-11-03T01:51:30.060" v="8317" actId="1076"/>
          <ac:spMkLst>
            <pc:docMk/>
            <pc:sldMk cId="183389920" sldId="261"/>
            <ac:spMk id="9" creationId="{24A6263A-4C35-7147-8D90-4054A0A02347}"/>
          </ac:spMkLst>
        </pc:spChg>
        <pc:spChg chg="del">
          <ac:chgData name="Peter Chapman" userId="c6648ea13a4819e1" providerId="LiveId" clId="{BF9EC2D8-1460-441A-9732-E6910D3CE5BB}" dt="2025-11-02T19:38:03.531" v="1317" actId="21"/>
          <ac:spMkLst>
            <pc:docMk/>
            <pc:sldMk cId="183389920" sldId="261"/>
            <ac:spMk id="10" creationId="{099B1F13-D3D0-F942-946A-23CAE9ECBE0B}"/>
          </ac:spMkLst>
        </pc:spChg>
        <pc:spChg chg="add mod">
          <ac:chgData name="Peter Chapman" userId="c6648ea13a4819e1" providerId="LiveId" clId="{BF9EC2D8-1460-441A-9732-E6910D3CE5BB}" dt="2025-11-03T01:56:43.538" v="8337" actId="20577"/>
          <ac:spMkLst>
            <pc:docMk/>
            <pc:sldMk cId="183389920" sldId="261"/>
            <ac:spMk id="10" creationId="{C0C576CE-B268-6FCD-2552-C5057EB3DF3C}"/>
          </ac:spMkLst>
        </pc:spChg>
        <pc:spChg chg="add mod">
          <ac:chgData name="Peter Chapman" userId="c6648ea13a4819e1" providerId="LiveId" clId="{BF9EC2D8-1460-441A-9732-E6910D3CE5BB}" dt="2025-11-03T01:58:30.654" v="8399" actId="20577"/>
          <ac:spMkLst>
            <pc:docMk/>
            <pc:sldMk cId="183389920" sldId="261"/>
            <ac:spMk id="11" creationId="{3148183A-6362-CCDB-AE46-9663C8A740E2}"/>
          </ac:spMkLst>
        </pc:spChg>
        <pc:spChg chg="del">
          <ac:chgData name="Peter Chapman" userId="c6648ea13a4819e1" providerId="LiveId" clId="{BF9EC2D8-1460-441A-9732-E6910D3CE5BB}" dt="2025-11-02T19:38:19.483" v="1320" actId="21"/>
          <ac:spMkLst>
            <pc:docMk/>
            <pc:sldMk cId="183389920" sldId="261"/>
            <ac:spMk id="11" creationId="{5036AC81-DBB2-0640-A267-6633E3F50FE6}"/>
          </ac:spMkLst>
        </pc:spChg>
        <pc:spChg chg="del mod">
          <ac:chgData name="Peter Chapman" userId="c6648ea13a4819e1" providerId="LiveId" clId="{BF9EC2D8-1460-441A-9732-E6910D3CE5BB}" dt="2025-11-02T18:40:09.795" v="451" actId="21"/>
          <ac:spMkLst>
            <pc:docMk/>
            <pc:sldMk cId="183389920" sldId="261"/>
            <ac:spMk id="12" creationId="{4614F892-6D6E-EC44-9CF5-9E88641C3D98}"/>
          </ac:spMkLst>
        </pc:spChg>
        <pc:spChg chg="del mod">
          <ac:chgData name="Peter Chapman" userId="c6648ea13a4819e1" providerId="LiveId" clId="{BF9EC2D8-1460-441A-9732-E6910D3CE5BB}" dt="2025-11-02T18:40:04.489" v="450" actId="21"/>
          <ac:spMkLst>
            <pc:docMk/>
            <pc:sldMk cId="183389920" sldId="261"/>
            <ac:spMk id="13" creationId="{4DD4B619-430D-8A45-B4E0-96F5F4B5F4A9}"/>
          </ac:spMkLst>
        </pc:spChg>
        <pc:spChg chg="del">
          <ac:chgData name="Peter Chapman" userId="c6648ea13a4819e1" providerId="LiveId" clId="{BF9EC2D8-1460-441A-9732-E6910D3CE5BB}" dt="2025-11-02T19:36:18.839" v="1226" actId="21"/>
          <ac:spMkLst>
            <pc:docMk/>
            <pc:sldMk cId="183389920" sldId="261"/>
            <ac:spMk id="14" creationId="{A24D8D8C-BE60-804E-9306-8CEF739EA2BB}"/>
          </ac:spMkLst>
        </pc:spChg>
        <pc:spChg chg="del">
          <ac:chgData name="Peter Chapman" userId="c6648ea13a4819e1" providerId="LiveId" clId="{BF9EC2D8-1460-441A-9732-E6910D3CE5BB}" dt="2025-11-02T19:37:31.361" v="1251" actId="21"/>
          <ac:spMkLst>
            <pc:docMk/>
            <pc:sldMk cId="183389920" sldId="261"/>
            <ac:spMk id="15" creationId="{573F2124-F9EB-C443-9990-BDE8295F860C}"/>
          </ac:spMkLst>
        </pc:spChg>
        <pc:spChg chg="del">
          <ac:chgData name="Peter Chapman" userId="c6648ea13a4819e1" providerId="LiveId" clId="{BF9EC2D8-1460-441A-9732-E6910D3CE5BB}" dt="2025-11-02T19:37:28.257" v="1250" actId="21"/>
          <ac:spMkLst>
            <pc:docMk/>
            <pc:sldMk cId="183389920" sldId="261"/>
            <ac:spMk id="16" creationId="{EC58161B-F9FB-9047-B3D0-05DFF4252F3B}"/>
          </ac:spMkLst>
        </pc:spChg>
        <pc:spChg chg="del">
          <ac:chgData name="Peter Chapman" userId="c6648ea13a4819e1" providerId="LiveId" clId="{BF9EC2D8-1460-441A-9732-E6910D3CE5BB}" dt="2025-11-02T19:38:08.263" v="1318" actId="21"/>
          <ac:spMkLst>
            <pc:docMk/>
            <pc:sldMk cId="183389920" sldId="261"/>
            <ac:spMk id="17" creationId="{C88BBE9A-9B55-4542-9F18-BFAF6613CB1D}"/>
          </ac:spMkLst>
        </pc:spChg>
        <pc:spChg chg="del">
          <ac:chgData name="Peter Chapman" userId="c6648ea13a4819e1" providerId="LiveId" clId="{BF9EC2D8-1460-441A-9732-E6910D3CE5BB}" dt="2025-11-02T19:38:14.122" v="1319" actId="21"/>
          <ac:spMkLst>
            <pc:docMk/>
            <pc:sldMk cId="183389920" sldId="261"/>
            <ac:spMk id="18" creationId="{E641D930-5617-634E-B179-DBF1A8A3CF60}"/>
          </ac:spMkLst>
        </pc:spChg>
        <pc:spChg chg="add mod">
          <ac:chgData name="Peter Chapman" userId="c6648ea13a4819e1" providerId="LiveId" clId="{BF9EC2D8-1460-441A-9732-E6910D3CE5BB}" dt="2025-11-02T20:33:02.679" v="2040" actId="113"/>
          <ac:spMkLst>
            <pc:docMk/>
            <pc:sldMk cId="183389920" sldId="261"/>
            <ac:spMk id="23" creationId="{D9A7D896-9328-25F4-2A35-92B83A876465}"/>
          </ac:spMkLst>
        </pc:spChg>
        <pc:spChg chg="add mod">
          <ac:chgData name="Peter Chapman" userId="c6648ea13a4819e1" providerId="LiveId" clId="{BF9EC2D8-1460-441A-9732-E6910D3CE5BB}" dt="2025-11-03T01:53:24.523" v="8332" actId="20577"/>
          <ac:spMkLst>
            <pc:docMk/>
            <pc:sldMk cId="183389920" sldId="261"/>
            <ac:spMk id="26" creationId="{3BDC419B-531A-0326-2D88-CBCF8B5B58AC}"/>
          </ac:spMkLst>
        </pc:spChg>
        <pc:spChg chg="add mod">
          <ac:chgData name="Peter Chapman" userId="c6648ea13a4819e1" providerId="LiveId" clId="{BF9EC2D8-1460-441A-9732-E6910D3CE5BB}" dt="2025-11-02T20:02:17.375" v="1840" actId="1076"/>
          <ac:spMkLst>
            <pc:docMk/>
            <pc:sldMk cId="183389920" sldId="261"/>
            <ac:spMk id="29" creationId="{B4EB4B2F-F718-4720-6CF5-B52607FD9EDD}"/>
          </ac:spMkLst>
        </pc:spChg>
        <pc:spChg chg="add mod">
          <ac:chgData name="Peter Chapman" userId="c6648ea13a4819e1" providerId="LiveId" clId="{BF9EC2D8-1460-441A-9732-E6910D3CE5BB}" dt="2025-11-02T21:59:50.139" v="4239" actId="1076"/>
          <ac:spMkLst>
            <pc:docMk/>
            <pc:sldMk cId="183389920" sldId="261"/>
            <ac:spMk id="30" creationId="{23D896E4-BDCC-BA72-CA98-FB1EF852F322}"/>
          </ac:spMkLst>
        </pc:spChg>
        <pc:spChg chg="add mod">
          <ac:chgData name="Peter Chapman" userId="c6648ea13a4819e1" providerId="LiveId" clId="{BF9EC2D8-1460-441A-9732-E6910D3CE5BB}" dt="2025-11-03T01:52:25.696" v="8320" actId="1076"/>
          <ac:spMkLst>
            <pc:docMk/>
            <pc:sldMk cId="183389920" sldId="261"/>
            <ac:spMk id="31" creationId="{7B31CE9E-60BB-1D9F-0ADA-E434AD6CBFAA}"/>
          </ac:spMkLst>
        </pc:spChg>
        <pc:spChg chg="add mod">
          <ac:chgData name="Peter Chapman" userId="c6648ea13a4819e1" providerId="LiveId" clId="{BF9EC2D8-1460-441A-9732-E6910D3CE5BB}" dt="2025-11-02T21:18:38.749" v="2479" actId="1076"/>
          <ac:spMkLst>
            <pc:docMk/>
            <pc:sldMk cId="183389920" sldId="261"/>
            <ac:spMk id="34" creationId="{1BEE0CA5-F2D3-E29F-76CB-B9DF4C717C1E}"/>
          </ac:spMkLst>
        </pc:spChg>
        <pc:spChg chg="add mod">
          <ac:chgData name="Peter Chapman" userId="c6648ea13a4819e1" providerId="LiveId" clId="{BF9EC2D8-1460-441A-9732-E6910D3CE5BB}" dt="2025-11-02T21:33:46.789" v="3038" actId="20577"/>
          <ac:spMkLst>
            <pc:docMk/>
            <pc:sldMk cId="183389920" sldId="261"/>
            <ac:spMk id="36" creationId="{80FD6AB7-6B7D-7588-E2F2-47F88A720AE8}"/>
          </ac:spMkLst>
        </pc:spChg>
        <pc:spChg chg="add mod">
          <ac:chgData name="Peter Chapman" userId="c6648ea13a4819e1" providerId="LiveId" clId="{BF9EC2D8-1460-441A-9732-E6910D3CE5BB}" dt="2025-11-02T21:38:58.416" v="3039"/>
          <ac:spMkLst>
            <pc:docMk/>
            <pc:sldMk cId="183389920" sldId="261"/>
            <ac:spMk id="37" creationId="{226E6FCE-698F-1DE4-3735-303E20522415}"/>
          </ac:spMkLst>
        </pc:spChg>
        <pc:spChg chg="add mod">
          <ac:chgData name="Peter Chapman" userId="c6648ea13a4819e1" providerId="LiveId" clId="{BF9EC2D8-1460-441A-9732-E6910D3CE5BB}" dt="2025-11-02T21:53:46.048" v="4109" actId="1076"/>
          <ac:spMkLst>
            <pc:docMk/>
            <pc:sldMk cId="183389920" sldId="261"/>
            <ac:spMk id="38" creationId="{FA09F69A-7F6A-D95D-81F0-B57E163D0528}"/>
          </ac:spMkLst>
        </pc:spChg>
        <pc:spChg chg="add mod">
          <ac:chgData name="Peter Chapman" userId="c6648ea13a4819e1" providerId="LiveId" clId="{BF9EC2D8-1460-441A-9732-E6910D3CE5BB}" dt="2025-11-02T21:52:59.349" v="4106" actId="1076"/>
          <ac:spMkLst>
            <pc:docMk/>
            <pc:sldMk cId="183389920" sldId="261"/>
            <ac:spMk id="39" creationId="{F6C535C9-CFD4-5C32-97B3-E7CC82D81932}"/>
          </ac:spMkLst>
        </pc:spChg>
        <pc:spChg chg="add mod">
          <ac:chgData name="Peter Chapman" userId="c6648ea13a4819e1" providerId="LiveId" clId="{BF9EC2D8-1460-441A-9732-E6910D3CE5BB}" dt="2025-11-02T21:52:26.557" v="4104" actId="1076"/>
          <ac:spMkLst>
            <pc:docMk/>
            <pc:sldMk cId="183389920" sldId="261"/>
            <ac:spMk id="40" creationId="{42E293E2-3FD6-3F91-93C5-D149E6CABA32}"/>
          </ac:spMkLst>
        </pc:spChg>
        <pc:spChg chg="add mod">
          <ac:chgData name="Peter Chapman" userId="c6648ea13a4819e1" providerId="LiveId" clId="{BF9EC2D8-1460-441A-9732-E6910D3CE5BB}" dt="2025-11-02T22:00:40.284" v="4241" actId="1076"/>
          <ac:spMkLst>
            <pc:docMk/>
            <pc:sldMk cId="183389920" sldId="261"/>
            <ac:spMk id="43" creationId="{3F34D2DF-6C06-2DA0-EC33-9309D06F41B6}"/>
          </ac:spMkLst>
        </pc:spChg>
        <pc:spChg chg="add mod">
          <ac:chgData name="Peter Chapman" userId="c6648ea13a4819e1" providerId="LiveId" clId="{BF9EC2D8-1460-441A-9732-E6910D3CE5BB}" dt="2025-11-02T22:06:49.181" v="4423" actId="1076"/>
          <ac:spMkLst>
            <pc:docMk/>
            <pc:sldMk cId="183389920" sldId="261"/>
            <ac:spMk id="44" creationId="{931B31CF-209D-392D-6A43-71D6A2E74C6D}"/>
          </ac:spMkLst>
        </pc:spChg>
        <pc:spChg chg="add mod">
          <ac:chgData name="Peter Chapman" userId="c6648ea13a4819e1" providerId="LiveId" clId="{BF9EC2D8-1460-441A-9732-E6910D3CE5BB}" dt="2025-11-02T22:37:30.926" v="4950" actId="1076"/>
          <ac:spMkLst>
            <pc:docMk/>
            <pc:sldMk cId="183389920" sldId="261"/>
            <ac:spMk id="47" creationId="{605389A0-5C75-B8C1-E5C1-9A0334221FD6}"/>
          </ac:spMkLst>
        </pc:spChg>
        <pc:spChg chg="add del mod ord">
          <ac:chgData name="Peter Chapman" userId="c6648ea13a4819e1" providerId="LiveId" clId="{BF9EC2D8-1460-441A-9732-E6910D3CE5BB}" dt="2025-11-02T22:43:53.989" v="4965" actId="700"/>
          <ac:spMkLst>
            <pc:docMk/>
            <pc:sldMk cId="183389920" sldId="261"/>
            <ac:spMk id="48" creationId="{43FDF58C-6DD1-7882-30F5-13E670130AE6}"/>
          </ac:spMkLst>
        </pc:spChg>
        <pc:spChg chg="add del mod ord">
          <ac:chgData name="Peter Chapman" userId="c6648ea13a4819e1" providerId="LiveId" clId="{BF9EC2D8-1460-441A-9732-E6910D3CE5BB}" dt="2025-11-02T22:43:53.989" v="4965" actId="700"/>
          <ac:spMkLst>
            <pc:docMk/>
            <pc:sldMk cId="183389920" sldId="261"/>
            <ac:spMk id="50" creationId="{69676CAF-C9BB-C59C-7763-5C8E99FEA716}"/>
          </ac:spMkLst>
        </pc:spChg>
        <pc:spChg chg="add del mod ord">
          <ac:chgData name="Peter Chapman" userId="c6648ea13a4819e1" providerId="LiveId" clId="{BF9EC2D8-1460-441A-9732-E6910D3CE5BB}" dt="2025-11-02T22:43:53.989" v="4965" actId="700"/>
          <ac:spMkLst>
            <pc:docMk/>
            <pc:sldMk cId="183389920" sldId="261"/>
            <ac:spMk id="51" creationId="{BB74C50C-5886-C5F3-FB14-51A505E5D09C}"/>
          </ac:spMkLst>
        </pc:spChg>
        <pc:spChg chg="add del mod ord">
          <ac:chgData name="Peter Chapman" userId="c6648ea13a4819e1" providerId="LiveId" clId="{BF9EC2D8-1460-441A-9732-E6910D3CE5BB}" dt="2025-11-02T22:43:53.989" v="4965" actId="700"/>
          <ac:spMkLst>
            <pc:docMk/>
            <pc:sldMk cId="183389920" sldId="261"/>
            <ac:spMk id="52" creationId="{58882561-B2C8-2B60-B5CC-59184045D9EF}"/>
          </ac:spMkLst>
        </pc:spChg>
        <pc:spChg chg="add del mod ord">
          <ac:chgData name="Peter Chapman" userId="c6648ea13a4819e1" providerId="LiveId" clId="{BF9EC2D8-1460-441A-9732-E6910D3CE5BB}" dt="2025-11-02T22:43:53.989" v="4965" actId="700"/>
          <ac:spMkLst>
            <pc:docMk/>
            <pc:sldMk cId="183389920" sldId="261"/>
            <ac:spMk id="54" creationId="{367DAA20-6236-38DA-2C73-BCCA3C077CAD}"/>
          </ac:spMkLst>
        </pc:spChg>
        <pc:spChg chg="add del mod ord">
          <ac:chgData name="Peter Chapman" userId="c6648ea13a4819e1" providerId="LiveId" clId="{BF9EC2D8-1460-441A-9732-E6910D3CE5BB}" dt="2025-11-02T22:43:53.989" v="4965" actId="700"/>
          <ac:spMkLst>
            <pc:docMk/>
            <pc:sldMk cId="183389920" sldId="261"/>
            <ac:spMk id="56" creationId="{37EB2E56-CF51-D296-8C2B-F49FD8C15202}"/>
          </ac:spMkLst>
        </pc:spChg>
        <pc:graphicFrameChg chg="add del mod modGraphic">
          <ac:chgData name="Peter Chapman" userId="c6648ea13a4819e1" providerId="LiveId" clId="{BF9EC2D8-1460-441A-9732-E6910D3CE5BB}" dt="2025-11-02T20:49:22.390" v="2133" actId="478"/>
          <ac:graphicFrameMkLst>
            <pc:docMk/>
            <pc:sldMk cId="183389920" sldId="261"/>
            <ac:graphicFrameMk id="32" creationId="{FB5E47C4-00A7-2C7B-F790-E06BCB3DFCDB}"/>
          </ac:graphicFrameMkLst>
        </pc:graphicFrameChg>
        <pc:graphicFrameChg chg="add mod modGraphic">
          <ac:chgData name="Peter Chapman" userId="c6648ea13a4819e1" providerId="LiveId" clId="{BF9EC2D8-1460-441A-9732-E6910D3CE5BB}" dt="2025-11-02T21:15:11.340" v="2155" actId="1076"/>
          <ac:graphicFrameMkLst>
            <pc:docMk/>
            <pc:sldMk cId="183389920" sldId="261"/>
            <ac:graphicFrameMk id="33" creationId="{417CB259-2C95-6B3C-F4F3-499E6B486450}"/>
          </ac:graphicFrameMkLst>
        </pc:graphicFrameChg>
        <pc:graphicFrameChg chg="add mod modGraphic">
          <ac:chgData name="Peter Chapman" userId="c6648ea13a4819e1" providerId="LiveId" clId="{BF9EC2D8-1460-441A-9732-E6910D3CE5BB}" dt="2025-11-02T21:39:48.666" v="3135" actId="1076"/>
          <ac:graphicFrameMkLst>
            <pc:docMk/>
            <pc:sldMk cId="183389920" sldId="261"/>
            <ac:graphicFrameMk id="35" creationId="{88909A91-0481-9ABF-8566-E07DB732F9AB}"/>
          </ac:graphicFrameMkLst>
        </pc:graphicFrameChg>
        <pc:picChg chg="add del mod">
          <ac:chgData name="Peter Chapman" userId="c6648ea13a4819e1" providerId="LiveId" clId="{BF9EC2D8-1460-441A-9732-E6910D3CE5BB}" dt="2025-11-02T18:37:43.877" v="326" actId="478"/>
          <ac:picMkLst>
            <pc:docMk/>
            <pc:sldMk cId="183389920" sldId="261"/>
            <ac:picMk id="20" creationId="{C7016CEA-EF56-8BC3-04C2-5A296344139F}"/>
          </ac:picMkLst>
        </pc:picChg>
        <pc:picChg chg="add del mod">
          <ac:chgData name="Peter Chapman" userId="c6648ea13a4819e1" providerId="LiveId" clId="{BF9EC2D8-1460-441A-9732-E6910D3CE5BB}" dt="2025-11-02T19:01:39.588" v="755" actId="478"/>
          <ac:picMkLst>
            <pc:docMk/>
            <pc:sldMk cId="183389920" sldId="261"/>
            <ac:picMk id="22" creationId="{E79B7031-65CE-3145-1883-57E20E06EB14}"/>
          </ac:picMkLst>
        </pc:picChg>
        <pc:picChg chg="add mod">
          <ac:chgData name="Peter Chapman" userId="c6648ea13a4819e1" providerId="LiveId" clId="{BF9EC2D8-1460-441A-9732-E6910D3CE5BB}" dt="2025-11-02T21:59:56.510" v="4240" actId="1076"/>
          <ac:picMkLst>
            <pc:docMk/>
            <pc:sldMk cId="183389920" sldId="261"/>
            <ac:picMk id="25" creationId="{7060B927-BD97-6C7F-B680-0CCFDF3060BA}"/>
          </ac:picMkLst>
        </pc:picChg>
        <pc:picChg chg="add mod modCrop">
          <ac:chgData name="Peter Chapman" userId="c6648ea13a4819e1" providerId="LiveId" clId="{BF9EC2D8-1460-441A-9732-E6910D3CE5BB}" dt="2025-11-02T21:59:39.315" v="4237" actId="1076"/>
          <ac:picMkLst>
            <pc:docMk/>
            <pc:sldMk cId="183389920" sldId="261"/>
            <ac:picMk id="28" creationId="{CEA94A22-7F51-8092-4A7B-3D2BE1149BCD}"/>
          </ac:picMkLst>
        </pc:picChg>
        <pc:picChg chg="add mod">
          <ac:chgData name="Peter Chapman" userId="c6648ea13a4819e1" providerId="LiveId" clId="{BF9EC2D8-1460-441A-9732-E6910D3CE5BB}" dt="2025-11-02T21:58:33.886" v="4117" actId="1076"/>
          <ac:picMkLst>
            <pc:docMk/>
            <pc:sldMk cId="183389920" sldId="261"/>
            <ac:picMk id="42" creationId="{E2CE8C51-3C9B-D002-B052-28751101B404}"/>
          </ac:picMkLst>
        </pc:picChg>
        <pc:picChg chg="add mod">
          <ac:chgData name="Peter Chapman" userId="c6648ea13a4819e1" providerId="LiveId" clId="{BF9EC2D8-1460-441A-9732-E6910D3CE5BB}" dt="2025-11-02T22:30:06.888" v="4427" actId="1076"/>
          <ac:picMkLst>
            <pc:docMk/>
            <pc:sldMk cId="183389920" sldId="261"/>
            <ac:picMk id="46" creationId="{E7A67581-9CE0-C2C5-7804-697C8DB89BA2}"/>
          </ac:picMkLst>
        </pc:picChg>
      </pc:sldChg>
      <pc:sldMasterChg chg="del delSldLayout">
        <pc:chgData name="Peter Chapman" userId="c6648ea13a4819e1" providerId="LiveId" clId="{BF9EC2D8-1460-441A-9732-E6910D3CE5BB}" dt="2025-11-02T17:20:48.104" v="4" actId="2696"/>
        <pc:sldMasterMkLst>
          <pc:docMk/>
          <pc:sldMasterMk cId="339671567" sldId="2147483648"/>
        </pc:sldMasterMkLst>
        <pc:sldLayoutChg chg="del">
          <pc:chgData name="Peter Chapman" userId="c6648ea13a4819e1" providerId="LiveId" clId="{BF9EC2D8-1460-441A-9732-E6910D3CE5BB}" dt="2025-11-02T17:20:48.104" v="4" actId="2696"/>
          <pc:sldLayoutMkLst>
            <pc:docMk/>
            <pc:sldMasterMk cId="339671567" sldId="2147483648"/>
            <pc:sldLayoutMk cId="1334801759" sldId="2147483649"/>
          </pc:sldLayoutMkLst>
        </pc:sldLayoutChg>
        <pc:sldLayoutChg chg="del">
          <pc:chgData name="Peter Chapman" userId="c6648ea13a4819e1" providerId="LiveId" clId="{BF9EC2D8-1460-441A-9732-E6910D3CE5BB}" dt="2025-11-02T17:20:48.104" v="4" actId="2696"/>
          <pc:sldLayoutMkLst>
            <pc:docMk/>
            <pc:sldMasterMk cId="339671567" sldId="2147483648"/>
            <pc:sldLayoutMk cId="3726695819" sldId="2147483650"/>
          </pc:sldLayoutMkLst>
        </pc:sldLayoutChg>
        <pc:sldLayoutChg chg="del">
          <pc:chgData name="Peter Chapman" userId="c6648ea13a4819e1" providerId="LiveId" clId="{BF9EC2D8-1460-441A-9732-E6910D3CE5BB}" dt="2025-11-02T17:20:48.104" v="4" actId="2696"/>
          <pc:sldLayoutMkLst>
            <pc:docMk/>
            <pc:sldMasterMk cId="339671567" sldId="2147483648"/>
            <pc:sldLayoutMk cId="3973740072" sldId="2147483651"/>
          </pc:sldLayoutMkLst>
        </pc:sldLayoutChg>
        <pc:sldLayoutChg chg="del">
          <pc:chgData name="Peter Chapman" userId="c6648ea13a4819e1" providerId="LiveId" clId="{BF9EC2D8-1460-441A-9732-E6910D3CE5BB}" dt="2025-11-02T17:20:48.104" v="4" actId="2696"/>
          <pc:sldLayoutMkLst>
            <pc:docMk/>
            <pc:sldMasterMk cId="339671567" sldId="2147483648"/>
            <pc:sldLayoutMk cId="906115746" sldId="2147483652"/>
          </pc:sldLayoutMkLst>
        </pc:sldLayoutChg>
        <pc:sldLayoutChg chg="del">
          <pc:chgData name="Peter Chapman" userId="c6648ea13a4819e1" providerId="LiveId" clId="{BF9EC2D8-1460-441A-9732-E6910D3CE5BB}" dt="2025-11-02T17:20:48.104" v="4" actId="2696"/>
          <pc:sldLayoutMkLst>
            <pc:docMk/>
            <pc:sldMasterMk cId="339671567" sldId="2147483648"/>
            <pc:sldLayoutMk cId="4078785863" sldId="2147483653"/>
          </pc:sldLayoutMkLst>
        </pc:sldLayoutChg>
        <pc:sldLayoutChg chg="del">
          <pc:chgData name="Peter Chapman" userId="c6648ea13a4819e1" providerId="LiveId" clId="{BF9EC2D8-1460-441A-9732-E6910D3CE5BB}" dt="2025-11-02T17:20:48.104" v="4" actId="2696"/>
          <pc:sldLayoutMkLst>
            <pc:docMk/>
            <pc:sldMasterMk cId="339671567" sldId="2147483648"/>
            <pc:sldLayoutMk cId="1478481340" sldId="2147483654"/>
          </pc:sldLayoutMkLst>
        </pc:sldLayoutChg>
        <pc:sldLayoutChg chg="del">
          <pc:chgData name="Peter Chapman" userId="c6648ea13a4819e1" providerId="LiveId" clId="{BF9EC2D8-1460-441A-9732-E6910D3CE5BB}" dt="2025-11-02T17:20:48.104" v="4" actId="2696"/>
          <pc:sldLayoutMkLst>
            <pc:docMk/>
            <pc:sldMasterMk cId="339671567" sldId="2147483648"/>
            <pc:sldLayoutMk cId="4060152676" sldId="2147483655"/>
          </pc:sldLayoutMkLst>
        </pc:sldLayoutChg>
        <pc:sldLayoutChg chg="del">
          <pc:chgData name="Peter Chapman" userId="c6648ea13a4819e1" providerId="LiveId" clId="{BF9EC2D8-1460-441A-9732-E6910D3CE5BB}" dt="2025-11-02T17:20:48.104" v="4" actId="2696"/>
          <pc:sldLayoutMkLst>
            <pc:docMk/>
            <pc:sldMasterMk cId="339671567" sldId="2147483648"/>
            <pc:sldLayoutMk cId="3923152957" sldId="2147483656"/>
          </pc:sldLayoutMkLst>
        </pc:sldLayoutChg>
        <pc:sldLayoutChg chg="del">
          <pc:chgData name="Peter Chapman" userId="c6648ea13a4819e1" providerId="LiveId" clId="{BF9EC2D8-1460-441A-9732-E6910D3CE5BB}" dt="2025-11-02T17:20:48.104" v="4" actId="2696"/>
          <pc:sldLayoutMkLst>
            <pc:docMk/>
            <pc:sldMasterMk cId="339671567" sldId="2147483648"/>
            <pc:sldLayoutMk cId="802873234" sldId="2147483657"/>
          </pc:sldLayoutMkLst>
        </pc:sldLayoutChg>
        <pc:sldLayoutChg chg="del">
          <pc:chgData name="Peter Chapman" userId="c6648ea13a4819e1" providerId="LiveId" clId="{BF9EC2D8-1460-441A-9732-E6910D3CE5BB}" dt="2025-11-02T17:20:48.104" v="4" actId="2696"/>
          <pc:sldLayoutMkLst>
            <pc:docMk/>
            <pc:sldMasterMk cId="339671567" sldId="2147483648"/>
            <pc:sldLayoutMk cId="4075968453" sldId="2147483658"/>
          </pc:sldLayoutMkLst>
        </pc:sldLayoutChg>
        <pc:sldLayoutChg chg="del">
          <pc:chgData name="Peter Chapman" userId="c6648ea13a4819e1" providerId="LiveId" clId="{BF9EC2D8-1460-441A-9732-E6910D3CE5BB}" dt="2025-11-02T17:20:48.104" v="4" actId="2696"/>
          <pc:sldLayoutMkLst>
            <pc:docMk/>
            <pc:sldMasterMk cId="339671567" sldId="2147483648"/>
            <pc:sldLayoutMk cId="4123140482" sldId="2147483659"/>
          </pc:sldLayoutMkLst>
        </pc:sldLayoutChg>
      </pc:sldMasterChg>
      <pc:sldMasterChg chg="setBg modSldLayout">
        <pc:chgData name="Peter Chapman" userId="c6648ea13a4819e1" providerId="LiveId" clId="{BF9EC2D8-1460-441A-9732-E6910D3CE5BB}" dt="2025-11-02T19:24:18.492" v="877"/>
        <pc:sldMasterMkLst>
          <pc:docMk/>
          <pc:sldMasterMk cId="2071680762" sldId="2147483660"/>
        </pc:sldMasterMkLst>
        <pc:sldLayoutChg chg="setBg">
          <pc:chgData name="Peter Chapman" userId="c6648ea13a4819e1" providerId="LiveId" clId="{BF9EC2D8-1460-441A-9732-E6910D3CE5BB}" dt="2025-11-02T19:24:18.492" v="877"/>
          <pc:sldLayoutMkLst>
            <pc:docMk/>
            <pc:sldMasterMk cId="2071680762" sldId="2147483660"/>
            <pc:sldLayoutMk cId="3066529555" sldId="2147483661"/>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ith Guides">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C96E18C0-5E19-4D47-9237-14BD7C2930F7}"/>
              </a:ext>
            </a:extLst>
          </p:cNvPr>
          <p:cNvSpPr>
            <a:spLocks noGrp="1"/>
          </p:cNvSpPr>
          <p:nvPr>
            <p:ph type="body" sz="quarter" idx="10" hasCustomPrompt="1"/>
          </p:nvPr>
        </p:nvSpPr>
        <p:spPr>
          <a:xfrm>
            <a:off x="3175000" y="604580"/>
            <a:ext cx="5852583" cy="246221"/>
          </a:xfrm>
          <a:prstGeom prst="rect">
            <a:avLst/>
          </a:prstGeom>
        </p:spPr>
        <p:txBody>
          <a:bodyPr wrap="square">
            <a:spAutoFit/>
          </a:bodyPr>
          <a:lstStyle>
            <a:lvl1pPr marL="0" indent="0" algn="ctr">
              <a:buNone/>
              <a:defRPr sz="1000" b="1" i="0">
                <a:solidFill>
                  <a:schemeClr val="bg1"/>
                </a:solidFill>
                <a:latin typeface="+mj-lt"/>
                <a:cs typeface="Arial" panose="020B0604020202020204" pitchFamily="34" charset="0"/>
              </a:defRPr>
            </a:lvl1pPr>
            <a:lvl2pPr marL="0" indent="0">
              <a:buNone/>
              <a:defRPr b="0" i="0">
                <a:latin typeface="Arial Narrow" panose="020B0604020202020204" pitchFamily="34" charset="0"/>
                <a:cs typeface="Arial Narrow" panose="020B0604020202020204" pitchFamily="34" charset="0"/>
              </a:defRPr>
            </a:lvl2pPr>
            <a:lvl3pPr marL="0" indent="0">
              <a:buNone/>
              <a:defRPr b="0" i="0">
                <a:latin typeface="Arial Narrow" panose="020B0604020202020204" pitchFamily="34" charset="0"/>
                <a:cs typeface="Arial Narrow" panose="020B0604020202020204" pitchFamily="34" charset="0"/>
              </a:defRPr>
            </a:lvl3pPr>
            <a:lvl4pPr marL="0" indent="0">
              <a:buNone/>
              <a:defRPr b="0" i="0">
                <a:latin typeface="Arial Narrow" panose="020B0604020202020204" pitchFamily="34" charset="0"/>
                <a:cs typeface="Arial Narrow" panose="020B0604020202020204" pitchFamily="34" charset="0"/>
              </a:defRPr>
            </a:lvl4pPr>
            <a:lvl5pPr marL="0" indent="0">
              <a:buNone/>
              <a:defRPr b="0" i="0">
                <a:latin typeface="Arial Narrow" panose="020B0604020202020204" pitchFamily="34" charset="0"/>
                <a:cs typeface="Arial Narrow" panose="020B0604020202020204" pitchFamily="34" charset="0"/>
              </a:defRPr>
            </a:lvl5pPr>
          </a:lstStyle>
          <a:p>
            <a:pPr lvl="0"/>
            <a:r>
              <a:rPr lang="en-US" dirty="0"/>
              <a:t>List of affiliated programs, institutions, organizations, schools, etc.</a:t>
            </a:r>
          </a:p>
        </p:txBody>
      </p:sp>
      <p:sp>
        <p:nvSpPr>
          <p:cNvPr id="19" name="Text Placeholder 17">
            <a:extLst>
              <a:ext uri="{FF2B5EF4-FFF2-40B4-BE49-F238E27FC236}">
                <a16:creationId xmlns:a16="http://schemas.microsoft.com/office/drawing/2014/main" id="{EECA4861-B93C-0849-A47D-17FACB135140}"/>
              </a:ext>
            </a:extLst>
          </p:cNvPr>
          <p:cNvSpPr>
            <a:spLocks noGrp="1"/>
          </p:cNvSpPr>
          <p:nvPr>
            <p:ph type="body" sz="quarter" idx="11" hasCustomPrompt="1"/>
          </p:nvPr>
        </p:nvSpPr>
        <p:spPr>
          <a:xfrm>
            <a:off x="3175000" y="357198"/>
            <a:ext cx="5852583" cy="265457"/>
          </a:xfrm>
          <a:prstGeom prst="rect">
            <a:avLst/>
          </a:prstGeom>
        </p:spPr>
        <p:txBody>
          <a:bodyPr wrap="square">
            <a:spAutoFit/>
          </a:bodyPr>
          <a:lstStyle>
            <a:lvl1pPr marL="0" indent="0" algn="ctr">
              <a:buNone/>
              <a:defRPr sz="1125" b="1" i="0">
                <a:solidFill>
                  <a:schemeClr val="bg1"/>
                </a:solidFill>
                <a:latin typeface="+mj-lt"/>
                <a:cs typeface="Arial" panose="020B0604020202020204" pitchFamily="34" charset="0"/>
              </a:defRPr>
            </a:lvl1pPr>
            <a:lvl2pPr marL="0" indent="0">
              <a:buNone/>
              <a:defRPr b="0" i="0">
                <a:latin typeface="Arial Narrow" panose="020B0604020202020204" pitchFamily="34" charset="0"/>
                <a:cs typeface="Arial Narrow" panose="020B0604020202020204" pitchFamily="34" charset="0"/>
              </a:defRPr>
            </a:lvl2pPr>
            <a:lvl3pPr marL="0" indent="0">
              <a:buNone/>
              <a:defRPr b="0" i="0">
                <a:latin typeface="Arial Narrow" panose="020B0604020202020204" pitchFamily="34" charset="0"/>
                <a:cs typeface="Arial Narrow" panose="020B0604020202020204" pitchFamily="34" charset="0"/>
              </a:defRPr>
            </a:lvl3pPr>
            <a:lvl4pPr marL="0" indent="0">
              <a:buNone/>
              <a:defRPr b="0" i="0">
                <a:latin typeface="Arial Narrow" panose="020B0604020202020204" pitchFamily="34" charset="0"/>
                <a:cs typeface="Arial Narrow" panose="020B0604020202020204" pitchFamily="34" charset="0"/>
              </a:defRPr>
            </a:lvl4pPr>
            <a:lvl5pPr marL="0" indent="0">
              <a:buNone/>
              <a:defRPr b="0" i="0">
                <a:latin typeface="Arial Narrow" panose="020B0604020202020204" pitchFamily="34" charset="0"/>
                <a:cs typeface="Arial Narrow" panose="020B0604020202020204" pitchFamily="34" charset="0"/>
              </a:defRPr>
            </a:lvl5pPr>
          </a:lstStyle>
          <a:p>
            <a:pPr lvl="0"/>
            <a:r>
              <a:rPr lang="en-US" dirty="0"/>
              <a:t>List of Authors and co-Authors / collaborators</a:t>
            </a:r>
          </a:p>
        </p:txBody>
      </p:sp>
      <p:sp>
        <p:nvSpPr>
          <p:cNvPr id="20" name="Text Placeholder 17">
            <a:extLst>
              <a:ext uri="{FF2B5EF4-FFF2-40B4-BE49-F238E27FC236}">
                <a16:creationId xmlns:a16="http://schemas.microsoft.com/office/drawing/2014/main" id="{053CD722-9E93-6049-839B-8A79A9C42804}"/>
              </a:ext>
            </a:extLst>
          </p:cNvPr>
          <p:cNvSpPr>
            <a:spLocks noGrp="1"/>
          </p:cNvSpPr>
          <p:nvPr>
            <p:ph type="body" sz="quarter" idx="12" hasCustomPrompt="1"/>
          </p:nvPr>
        </p:nvSpPr>
        <p:spPr>
          <a:xfrm>
            <a:off x="3175000" y="55552"/>
            <a:ext cx="5852583" cy="323165"/>
          </a:xfrm>
          <a:prstGeom prst="rect">
            <a:avLst/>
          </a:prstGeom>
        </p:spPr>
        <p:txBody>
          <a:bodyPr wrap="square">
            <a:spAutoFit/>
          </a:bodyPr>
          <a:lstStyle>
            <a:lvl1pPr marL="0" indent="0" algn="ctr">
              <a:buNone/>
              <a:defRPr sz="1500" b="1" i="0">
                <a:solidFill>
                  <a:schemeClr val="bg1"/>
                </a:solidFill>
                <a:latin typeface="+mj-lt"/>
                <a:cs typeface="Arial" panose="020B0604020202020204" pitchFamily="34" charset="0"/>
              </a:defRPr>
            </a:lvl1pPr>
            <a:lvl2pPr marL="0" indent="0">
              <a:buNone/>
              <a:defRPr b="0" i="0">
                <a:latin typeface="Arial Narrow" panose="020B0604020202020204" pitchFamily="34" charset="0"/>
                <a:cs typeface="Arial Narrow" panose="020B0604020202020204" pitchFamily="34" charset="0"/>
              </a:defRPr>
            </a:lvl2pPr>
            <a:lvl3pPr marL="0" indent="0">
              <a:buNone/>
              <a:defRPr b="0" i="0">
                <a:latin typeface="Arial Narrow" panose="020B0604020202020204" pitchFamily="34" charset="0"/>
                <a:cs typeface="Arial Narrow" panose="020B0604020202020204" pitchFamily="34" charset="0"/>
              </a:defRPr>
            </a:lvl3pPr>
            <a:lvl4pPr marL="0" indent="0">
              <a:buNone/>
              <a:defRPr b="0" i="0">
                <a:latin typeface="Arial Narrow" panose="020B0604020202020204" pitchFamily="34" charset="0"/>
                <a:cs typeface="Arial Narrow" panose="020B0604020202020204" pitchFamily="34" charset="0"/>
              </a:defRPr>
            </a:lvl4pPr>
            <a:lvl5pPr marL="0" indent="0">
              <a:buNone/>
              <a:defRPr b="0" i="0">
                <a:latin typeface="Arial Narrow" panose="020B0604020202020204" pitchFamily="34" charset="0"/>
                <a:cs typeface="Arial Narrow" panose="020B0604020202020204" pitchFamily="34" charset="0"/>
              </a:defRPr>
            </a:lvl5pPr>
          </a:lstStyle>
          <a:p>
            <a:pPr lvl="0"/>
            <a:r>
              <a:rPr lang="en-US" dirty="0"/>
              <a:t>Poster presentation title</a:t>
            </a:r>
          </a:p>
        </p:txBody>
      </p:sp>
      <p:sp>
        <p:nvSpPr>
          <p:cNvPr id="27" name="Text Placeholder 9">
            <a:extLst>
              <a:ext uri="{FF2B5EF4-FFF2-40B4-BE49-F238E27FC236}">
                <a16:creationId xmlns:a16="http://schemas.microsoft.com/office/drawing/2014/main" id="{0022466D-7E9F-0541-8791-ADE9FFDEB5D2}"/>
              </a:ext>
            </a:extLst>
          </p:cNvPr>
          <p:cNvSpPr>
            <a:spLocks noGrp="1"/>
          </p:cNvSpPr>
          <p:nvPr>
            <p:ph type="body" sz="quarter" idx="15" hasCustomPrompt="1"/>
          </p:nvPr>
        </p:nvSpPr>
        <p:spPr>
          <a:xfrm>
            <a:off x="126806" y="1041155"/>
            <a:ext cx="2794194" cy="188513"/>
          </a:xfrm>
          <a:prstGeom prst="rect">
            <a:avLst/>
          </a:prstGeom>
        </p:spPr>
        <p:txBody>
          <a:bodyPr wrap="square">
            <a:spAutoFit/>
          </a:bodyPr>
          <a:lstStyle>
            <a:lvl1pPr marL="0" indent="0" algn="ctr">
              <a:buNone/>
              <a:defRPr lang="en-US" sz="625" b="1" dirty="0">
                <a:solidFill>
                  <a:schemeClr val="accent1">
                    <a:lumMod val="50000"/>
                  </a:schemeClr>
                </a:solidFill>
                <a:latin typeface="+mj-lt"/>
              </a:defRPr>
            </a:lvl1pPr>
            <a:lvl2pPr>
              <a:defRPr lang="en-US" sz="667" smtClean="0"/>
            </a:lvl2pPr>
            <a:lvl3pPr>
              <a:defRPr lang="en-US" sz="417" smtClean="0"/>
            </a:lvl3pPr>
            <a:lvl4pPr>
              <a:defRPr lang="en-US" sz="333" smtClean="0"/>
            </a:lvl4pPr>
            <a:lvl5pPr>
              <a:defRPr lang="en-US" sz="333"/>
            </a:lvl5pPr>
          </a:lstStyle>
          <a:p>
            <a:r>
              <a:rPr lang="en-US" dirty="0">
                <a:effectLst/>
                <a:latin typeface="Calibri" panose="020F0502020204030204" pitchFamily="34" charset="0"/>
              </a:rPr>
              <a:t>(click to edit) INTRODUCTION or ABSTRACT</a:t>
            </a:r>
          </a:p>
        </p:txBody>
      </p:sp>
      <p:sp>
        <p:nvSpPr>
          <p:cNvPr id="28" name="Text Placeholder 9">
            <a:extLst>
              <a:ext uri="{FF2B5EF4-FFF2-40B4-BE49-F238E27FC236}">
                <a16:creationId xmlns:a16="http://schemas.microsoft.com/office/drawing/2014/main" id="{8BA21A8B-51D3-DF46-9C47-207CAE71FBEA}"/>
              </a:ext>
            </a:extLst>
          </p:cNvPr>
          <p:cNvSpPr>
            <a:spLocks noGrp="1"/>
          </p:cNvSpPr>
          <p:nvPr>
            <p:ph type="body" sz="quarter" idx="17" hasCustomPrompt="1"/>
          </p:nvPr>
        </p:nvSpPr>
        <p:spPr>
          <a:xfrm>
            <a:off x="127000" y="3068501"/>
            <a:ext cx="2794194" cy="188513"/>
          </a:xfrm>
          <a:prstGeom prst="rect">
            <a:avLst/>
          </a:prstGeom>
        </p:spPr>
        <p:txBody>
          <a:bodyPr wrap="square">
            <a:spAutoFit/>
          </a:bodyPr>
          <a:lstStyle>
            <a:lvl1pPr marL="0" indent="0" algn="ctr">
              <a:buNone/>
              <a:defRPr lang="en-US" sz="625" b="1" dirty="0">
                <a:solidFill>
                  <a:schemeClr val="accent1">
                    <a:lumMod val="50000"/>
                  </a:schemeClr>
                </a:solidFill>
                <a:latin typeface="+mj-lt"/>
              </a:defRPr>
            </a:lvl1pPr>
            <a:lvl2pPr>
              <a:defRPr lang="en-US" sz="667" smtClean="0"/>
            </a:lvl2pPr>
            <a:lvl3pPr>
              <a:defRPr lang="en-US" sz="417" smtClean="0"/>
            </a:lvl3pPr>
            <a:lvl4pPr>
              <a:defRPr lang="en-US" sz="333" smtClean="0"/>
            </a:lvl4pPr>
            <a:lvl5pPr>
              <a:defRPr lang="en-US" sz="333"/>
            </a:lvl5pPr>
          </a:lstStyle>
          <a:p>
            <a:r>
              <a:rPr lang="en-US" dirty="0">
                <a:effectLst/>
                <a:latin typeface="Calibri" panose="020F0502020204030204" pitchFamily="34" charset="0"/>
              </a:rPr>
              <a:t>(click to edit)  OBJECTIVES</a:t>
            </a:r>
          </a:p>
        </p:txBody>
      </p:sp>
      <p:sp>
        <p:nvSpPr>
          <p:cNvPr id="29" name="Text Placeholder 9">
            <a:extLst>
              <a:ext uri="{FF2B5EF4-FFF2-40B4-BE49-F238E27FC236}">
                <a16:creationId xmlns:a16="http://schemas.microsoft.com/office/drawing/2014/main" id="{6B7BCEDA-48FE-554E-B697-5222E92C0303}"/>
              </a:ext>
            </a:extLst>
          </p:cNvPr>
          <p:cNvSpPr>
            <a:spLocks noGrp="1"/>
          </p:cNvSpPr>
          <p:nvPr>
            <p:ph type="body" sz="quarter" idx="18" hasCustomPrompt="1"/>
          </p:nvPr>
        </p:nvSpPr>
        <p:spPr>
          <a:xfrm>
            <a:off x="3175000" y="1041154"/>
            <a:ext cx="2794000" cy="188513"/>
          </a:xfrm>
          <a:prstGeom prst="rect">
            <a:avLst/>
          </a:prstGeom>
        </p:spPr>
        <p:txBody>
          <a:bodyPr wrap="square">
            <a:spAutoFit/>
          </a:bodyPr>
          <a:lstStyle>
            <a:lvl1pPr marL="0" indent="0" algn="ctr">
              <a:buNone/>
              <a:defRPr lang="en-US" sz="625" b="1" dirty="0">
                <a:solidFill>
                  <a:schemeClr val="accent1">
                    <a:lumMod val="50000"/>
                  </a:schemeClr>
                </a:solidFill>
                <a:latin typeface="+mj-lt"/>
              </a:defRPr>
            </a:lvl1pPr>
            <a:lvl2pPr>
              <a:defRPr lang="en-US" sz="667" smtClean="0"/>
            </a:lvl2pPr>
            <a:lvl3pPr>
              <a:defRPr lang="en-US" sz="417" smtClean="0"/>
            </a:lvl3pPr>
            <a:lvl4pPr>
              <a:defRPr lang="en-US" sz="333" smtClean="0"/>
            </a:lvl4pPr>
            <a:lvl5pPr>
              <a:defRPr lang="en-US" sz="333"/>
            </a:lvl5pPr>
          </a:lstStyle>
          <a:p>
            <a:r>
              <a:rPr lang="en-US" dirty="0">
                <a:effectLst/>
                <a:latin typeface="Calibri" panose="020F0502020204030204" pitchFamily="34" charset="0"/>
              </a:rPr>
              <a:t>(click to edit)  MATERIALS &amp; METHODS</a:t>
            </a:r>
          </a:p>
        </p:txBody>
      </p:sp>
      <p:sp>
        <p:nvSpPr>
          <p:cNvPr id="30" name="Text Placeholder 9">
            <a:extLst>
              <a:ext uri="{FF2B5EF4-FFF2-40B4-BE49-F238E27FC236}">
                <a16:creationId xmlns:a16="http://schemas.microsoft.com/office/drawing/2014/main" id="{195A2674-63FD-C54C-9DAA-0C31B6481A1A}"/>
              </a:ext>
            </a:extLst>
          </p:cNvPr>
          <p:cNvSpPr>
            <a:spLocks noGrp="1"/>
          </p:cNvSpPr>
          <p:nvPr>
            <p:ph type="body" sz="quarter" idx="19" hasCustomPrompt="1"/>
          </p:nvPr>
        </p:nvSpPr>
        <p:spPr>
          <a:xfrm>
            <a:off x="6223000" y="1041154"/>
            <a:ext cx="2794000" cy="188513"/>
          </a:xfrm>
          <a:prstGeom prst="rect">
            <a:avLst/>
          </a:prstGeom>
        </p:spPr>
        <p:txBody>
          <a:bodyPr wrap="square">
            <a:spAutoFit/>
          </a:bodyPr>
          <a:lstStyle>
            <a:lvl1pPr marL="0" indent="0" algn="ctr">
              <a:buNone/>
              <a:defRPr lang="en-US" sz="625" b="1" dirty="0">
                <a:solidFill>
                  <a:schemeClr val="accent1">
                    <a:lumMod val="50000"/>
                  </a:schemeClr>
                </a:solidFill>
                <a:latin typeface="+mj-lt"/>
              </a:defRPr>
            </a:lvl1pPr>
            <a:lvl2pPr>
              <a:defRPr lang="en-US" sz="667" smtClean="0"/>
            </a:lvl2pPr>
            <a:lvl3pPr>
              <a:defRPr lang="en-US" sz="417" smtClean="0"/>
            </a:lvl3pPr>
            <a:lvl4pPr>
              <a:defRPr lang="en-US" sz="333" smtClean="0"/>
            </a:lvl4pPr>
            <a:lvl5pPr>
              <a:defRPr lang="en-US" sz="333"/>
            </a:lvl5pPr>
          </a:lstStyle>
          <a:p>
            <a:r>
              <a:rPr lang="en-US" dirty="0">
                <a:effectLst/>
                <a:latin typeface="Calibri" panose="020F0502020204030204" pitchFamily="34" charset="0"/>
              </a:rPr>
              <a:t>(click to edit)  RESULTS</a:t>
            </a:r>
          </a:p>
        </p:txBody>
      </p:sp>
      <p:sp>
        <p:nvSpPr>
          <p:cNvPr id="31" name="Text Placeholder 9">
            <a:extLst>
              <a:ext uri="{FF2B5EF4-FFF2-40B4-BE49-F238E27FC236}">
                <a16:creationId xmlns:a16="http://schemas.microsoft.com/office/drawing/2014/main" id="{515A5891-6D49-BD40-81DC-C833CD1D5A59}"/>
              </a:ext>
            </a:extLst>
          </p:cNvPr>
          <p:cNvSpPr>
            <a:spLocks noGrp="1"/>
          </p:cNvSpPr>
          <p:nvPr>
            <p:ph type="body" sz="quarter" idx="20" hasCustomPrompt="1"/>
          </p:nvPr>
        </p:nvSpPr>
        <p:spPr>
          <a:xfrm>
            <a:off x="9271000" y="1041154"/>
            <a:ext cx="2794000" cy="188513"/>
          </a:xfrm>
          <a:prstGeom prst="rect">
            <a:avLst/>
          </a:prstGeom>
        </p:spPr>
        <p:txBody>
          <a:bodyPr wrap="square">
            <a:spAutoFit/>
          </a:bodyPr>
          <a:lstStyle>
            <a:lvl1pPr marL="0" indent="0" algn="ctr">
              <a:buNone/>
              <a:defRPr lang="en-US" sz="625" b="1" dirty="0">
                <a:solidFill>
                  <a:schemeClr val="accent1">
                    <a:lumMod val="50000"/>
                  </a:schemeClr>
                </a:solidFill>
                <a:latin typeface="+mj-lt"/>
              </a:defRPr>
            </a:lvl1pPr>
            <a:lvl2pPr>
              <a:defRPr lang="en-US" sz="667" smtClean="0"/>
            </a:lvl2pPr>
            <a:lvl3pPr>
              <a:defRPr lang="en-US" sz="417" smtClean="0"/>
            </a:lvl3pPr>
            <a:lvl4pPr>
              <a:defRPr lang="en-US" sz="333" smtClean="0"/>
            </a:lvl4pPr>
            <a:lvl5pPr>
              <a:defRPr lang="en-US" sz="333"/>
            </a:lvl5pPr>
          </a:lstStyle>
          <a:p>
            <a:r>
              <a:rPr lang="en-US" dirty="0">
                <a:effectLst/>
                <a:latin typeface="Calibri" panose="020F0502020204030204" pitchFamily="34" charset="0"/>
              </a:rPr>
              <a:t>(click to edit)  CONCLUSIONS</a:t>
            </a:r>
          </a:p>
        </p:txBody>
      </p:sp>
      <p:sp>
        <p:nvSpPr>
          <p:cNvPr id="32" name="Text Placeholder 9">
            <a:extLst>
              <a:ext uri="{FF2B5EF4-FFF2-40B4-BE49-F238E27FC236}">
                <a16:creationId xmlns:a16="http://schemas.microsoft.com/office/drawing/2014/main" id="{9BFF821D-FD9D-2744-B5A1-4A148A0C6B5C}"/>
              </a:ext>
            </a:extLst>
          </p:cNvPr>
          <p:cNvSpPr>
            <a:spLocks noGrp="1"/>
          </p:cNvSpPr>
          <p:nvPr>
            <p:ph type="body" sz="quarter" idx="21" hasCustomPrompt="1"/>
          </p:nvPr>
        </p:nvSpPr>
        <p:spPr>
          <a:xfrm>
            <a:off x="9271000" y="4114813"/>
            <a:ext cx="2794000" cy="188513"/>
          </a:xfrm>
          <a:prstGeom prst="rect">
            <a:avLst/>
          </a:prstGeom>
        </p:spPr>
        <p:txBody>
          <a:bodyPr wrap="square">
            <a:spAutoFit/>
          </a:bodyPr>
          <a:lstStyle>
            <a:lvl1pPr marL="0" indent="0" algn="ctr">
              <a:buNone/>
              <a:defRPr lang="en-US" sz="625" b="1" dirty="0">
                <a:solidFill>
                  <a:schemeClr val="accent1">
                    <a:lumMod val="50000"/>
                  </a:schemeClr>
                </a:solidFill>
                <a:latin typeface="+mj-lt"/>
              </a:defRPr>
            </a:lvl1pPr>
            <a:lvl2pPr>
              <a:defRPr lang="en-US" sz="667" smtClean="0"/>
            </a:lvl2pPr>
            <a:lvl3pPr>
              <a:defRPr lang="en-US" sz="417" smtClean="0"/>
            </a:lvl3pPr>
            <a:lvl4pPr>
              <a:defRPr lang="en-US" sz="333" smtClean="0"/>
            </a:lvl4pPr>
            <a:lvl5pPr>
              <a:defRPr lang="en-US" sz="333"/>
            </a:lvl5pPr>
          </a:lstStyle>
          <a:p>
            <a:r>
              <a:rPr lang="en-US" dirty="0">
                <a:effectLst/>
                <a:latin typeface="Calibri" panose="020F0502020204030204" pitchFamily="34" charset="0"/>
              </a:rPr>
              <a:t>(click to edit)  REFERENCES</a:t>
            </a:r>
          </a:p>
        </p:txBody>
      </p:sp>
      <p:sp>
        <p:nvSpPr>
          <p:cNvPr id="33" name="Text Placeholder 9">
            <a:extLst>
              <a:ext uri="{FF2B5EF4-FFF2-40B4-BE49-F238E27FC236}">
                <a16:creationId xmlns:a16="http://schemas.microsoft.com/office/drawing/2014/main" id="{FF9A2537-AAFE-CB4B-BEDA-42E072DEA8B5}"/>
              </a:ext>
            </a:extLst>
          </p:cNvPr>
          <p:cNvSpPr>
            <a:spLocks noGrp="1"/>
          </p:cNvSpPr>
          <p:nvPr>
            <p:ph type="body" sz="quarter" idx="22" hasCustomPrompt="1"/>
          </p:nvPr>
        </p:nvSpPr>
        <p:spPr>
          <a:xfrm>
            <a:off x="9271000" y="5959952"/>
            <a:ext cx="2794000" cy="188513"/>
          </a:xfrm>
          <a:prstGeom prst="rect">
            <a:avLst/>
          </a:prstGeom>
        </p:spPr>
        <p:txBody>
          <a:bodyPr wrap="square">
            <a:spAutoFit/>
          </a:bodyPr>
          <a:lstStyle>
            <a:lvl1pPr marL="0" indent="0" algn="ctr">
              <a:buNone/>
              <a:defRPr lang="en-US" sz="625" b="1" dirty="0">
                <a:solidFill>
                  <a:schemeClr val="accent1">
                    <a:lumMod val="50000"/>
                  </a:schemeClr>
                </a:solidFill>
                <a:latin typeface="+mj-lt"/>
              </a:defRPr>
            </a:lvl1pPr>
            <a:lvl2pPr>
              <a:defRPr lang="en-US" sz="667" smtClean="0"/>
            </a:lvl2pPr>
            <a:lvl3pPr>
              <a:defRPr lang="en-US" sz="417" smtClean="0"/>
            </a:lvl3pPr>
            <a:lvl4pPr>
              <a:defRPr lang="en-US" sz="333" smtClean="0"/>
            </a:lvl4pPr>
            <a:lvl5pPr>
              <a:defRPr lang="en-US" sz="333"/>
            </a:lvl5pPr>
          </a:lstStyle>
          <a:p>
            <a:r>
              <a:rPr lang="en-US" dirty="0">
                <a:effectLst/>
                <a:latin typeface="Calibri" panose="020F0502020204030204" pitchFamily="34" charset="0"/>
              </a:rPr>
              <a:t>(click to edit)  ACKNOWLEDGEMENTS or  CONTACT</a:t>
            </a:r>
          </a:p>
        </p:txBody>
      </p:sp>
      <p:sp>
        <p:nvSpPr>
          <p:cNvPr id="35" name="Text Placeholder 13">
            <a:extLst>
              <a:ext uri="{FF2B5EF4-FFF2-40B4-BE49-F238E27FC236}">
                <a16:creationId xmlns:a16="http://schemas.microsoft.com/office/drawing/2014/main" id="{6120AEE4-BDF6-7945-B2A2-8844FB735B2D}"/>
              </a:ext>
            </a:extLst>
          </p:cNvPr>
          <p:cNvSpPr>
            <a:spLocks noGrp="1"/>
          </p:cNvSpPr>
          <p:nvPr>
            <p:ph type="body" sz="quarter" idx="16" hasCustomPrompt="1"/>
          </p:nvPr>
        </p:nvSpPr>
        <p:spPr>
          <a:xfrm>
            <a:off x="127000" y="1188126"/>
            <a:ext cx="2794000" cy="1095236"/>
          </a:xfrm>
          <a:prstGeom prst="rect">
            <a:avLst/>
          </a:prstGeom>
        </p:spPr>
        <p:txBody>
          <a:bodyPr wrap="square" lIns="365760" tIns="365760" rIns="365760" bIns="365760">
            <a:spAutoFit/>
          </a:bodyPr>
          <a:lstStyle>
            <a:lvl1pPr marL="0" indent="0">
              <a:buNone/>
              <a:tabLst/>
              <a:defRPr lang="en-US" sz="667" dirty="0"/>
            </a:lvl1pPr>
            <a:lvl2pPr marL="96227" indent="-48279">
              <a:tabLst/>
              <a:defRPr lang="en-US" sz="500" dirty="0"/>
            </a:lvl2pPr>
            <a:lvl3pPr marL="96227" indent="-48279">
              <a:tabLst/>
              <a:defRPr lang="en-US" sz="375" dirty="0"/>
            </a:lvl3pPr>
            <a:lvl4pPr marL="96227" indent="-48279">
              <a:tabLst/>
              <a:defRPr lang="en-US" sz="250" dirty="0"/>
            </a:lvl4pPr>
            <a:lvl5pPr marL="96227" indent="-48279">
              <a:tabLst/>
              <a:defRPr lang="en-US" sz="25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6" name="Text Placeholder 13">
            <a:extLst>
              <a:ext uri="{FF2B5EF4-FFF2-40B4-BE49-F238E27FC236}">
                <a16:creationId xmlns:a16="http://schemas.microsoft.com/office/drawing/2014/main" id="{C56249E3-4AC9-E749-A90B-24CA40349A13}"/>
              </a:ext>
            </a:extLst>
          </p:cNvPr>
          <p:cNvSpPr>
            <a:spLocks noGrp="1"/>
          </p:cNvSpPr>
          <p:nvPr>
            <p:ph type="body" sz="quarter" idx="23" hasCustomPrompt="1"/>
          </p:nvPr>
        </p:nvSpPr>
        <p:spPr>
          <a:xfrm>
            <a:off x="127000" y="3208840"/>
            <a:ext cx="2794000" cy="1095236"/>
          </a:xfrm>
          <a:prstGeom prst="rect">
            <a:avLst/>
          </a:prstGeom>
        </p:spPr>
        <p:txBody>
          <a:bodyPr wrap="square" lIns="365760" tIns="365760" rIns="365760" bIns="365760">
            <a:spAutoFit/>
          </a:bodyPr>
          <a:lstStyle>
            <a:lvl1pPr marL="0" indent="0">
              <a:buNone/>
              <a:tabLst/>
              <a:defRPr lang="en-US" sz="667" dirty="0"/>
            </a:lvl1pPr>
            <a:lvl2pPr marL="96227" indent="-48279">
              <a:tabLst/>
              <a:defRPr lang="en-US" sz="500" dirty="0"/>
            </a:lvl2pPr>
            <a:lvl3pPr marL="96227" indent="-48279">
              <a:tabLst/>
              <a:defRPr lang="en-US" sz="375" dirty="0"/>
            </a:lvl3pPr>
            <a:lvl4pPr marL="96227" indent="-48279">
              <a:tabLst/>
              <a:defRPr lang="en-US" sz="250" dirty="0"/>
            </a:lvl4pPr>
            <a:lvl5pPr marL="96227" indent="-48279">
              <a:tabLst/>
              <a:defRPr lang="en-US" sz="25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7" name="Text Placeholder 13">
            <a:extLst>
              <a:ext uri="{FF2B5EF4-FFF2-40B4-BE49-F238E27FC236}">
                <a16:creationId xmlns:a16="http://schemas.microsoft.com/office/drawing/2014/main" id="{8BEEB820-A1CB-3F40-B75D-663BC6D90D04}"/>
              </a:ext>
            </a:extLst>
          </p:cNvPr>
          <p:cNvSpPr>
            <a:spLocks noGrp="1"/>
          </p:cNvSpPr>
          <p:nvPr>
            <p:ph type="body" sz="quarter" idx="24" hasCustomPrompt="1"/>
          </p:nvPr>
        </p:nvSpPr>
        <p:spPr>
          <a:xfrm>
            <a:off x="3175000" y="1181493"/>
            <a:ext cx="2794000" cy="1095236"/>
          </a:xfrm>
          <a:prstGeom prst="rect">
            <a:avLst/>
          </a:prstGeom>
        </p:spPr>
        <p:txBody>
          <a:bodyPr wrap="square" lIns="365760" tIns="365760" rIns="365760" bIns="365760">
            <a:spAutoFit/>
          </a:bodyPr>
          <a:lstStyle>
            <a:lvl1pPr marL="0" indent="0">
              <a:buNone/>
              <a:tabLst/>
              <a:defRPr lang="en-US" sz="667" dirty="0"/>
            </a:lvl1pPr>
            <a:lvl2pPr marL="96227" indent="-48279">
              <a:tabLst/>
              <a:defRPr lang="en-US" sz="500" dirty="0"/>
            </a:lvl2pPr>
            <a:lvl3pPr marL="96227" indent="-48279">
              <a:tabLst/>
              <a:defRPr lang="en-US" sz="375" dirty="0"/>
            </a:lvl3pPr>
            <a:lvl4pPr marL="96227" indent="-48279">
              <a:tabLst/>
              <a:defRPr lang="en-US" sz="250" dirty="0"/>
            </a:lvl4pPr>
            <a:lvl5pPr marL="96227" indent="-48279">
              <a:tabLst/>
              <a:defRPr lang="en-US" sz="25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8" name="Text Placeholder 13">
            <a:extLst>
              <a:ext uri="{FF2B5EF4-FFF2-40B4-BE49-F238E27FC236}">
                <a16:creationId xmlns:a16="http://schemas.microsoft.com/office/drawing/2014/main" id="{3F09E665-6DA1-6A4E-ACE4-DA4B580D6E3B}"/>
              </a:ext>
            </a:extLst>
          </p:cNvPr>
          <p:cNvSpPr>
            <a:spLocks noGrp="1"/>
          </p:cNvSpPr>
          <p:nvPr>
            <p:ph type="body" sz="quarter" idx="25" hasCustomPrompt="1"/>
          </p:nvPr>
        </p:nvSpPr>
        <p:spPr>
          <a:xfrm>
            <a:off x="6223000" y="1181493"/>
            <a:ext cx="2794000" cy="1095236"/>
          </a:xfrm>
          <a:prstGeom prst="rect">
            <a:avLst/>
          </a:prstGeom>
        </p:spPr>
        <p:txBody>
          <a:bodyPr wrap="square" lIns="365760" tIns="365760" rIns="365760" bIns="365760">
            <a:spAutoFit/>
          </a:bodyPr>
          <a:lstStyle>
            <a:lvl1pPr marL="0" indent="0">
              <a:buNone/>
              <a:tabLst/>
              <a:defRPr lang="en-US" sz="667" dirty="0"/>
            </a:lvl1pPr>
            <a:lvl2pPr marL="96227" indent="-48279">
              <a:tabLst/>
              <a:defRPr lang="en-US" sz="500" dirty="0"/>
            </a:lvl2pPr>
            <a:lvl3pPr marL="96227" indent="-48279">
              <a:tabLst/>
              <a:defRPr lang="en-US" sz="375" dirty="0"/>
            </a:lvl3pPr>
            <a:lvl4pPr marL="96227" indent="-48279">
              <a:tabLst/>
              <a:defRPr lang="en-US" sz="250" dirty="0"/>
            </a:lvl4pPr>
            <a:lvl5pPr marL="96227" indent="-48279">
              <a:tabLst/>
              <a:defRPr lang="en-US" sz="25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9" name="Text Placeholder 13">
            <a:extLst>
              <a:ext uri="{FF2B5EF4-FFF2-40B4-BE49-F238E27FC236}">
                <a16:creationId xmlns:a16="http://schemas.microsoft.com/office/drawing/2014/main" id="{A73D55F4-EA3C-CB4B-B623-F9FB1411F615}"/>
              </a:ext>
            </a:extLst>
          </p:cNvPr>
          <p:cNvSpPr>
            <a:spLocks noGrp="1"/>
          </p:cNvSpPr>
          <p:nvPr>
            <p:ph type="body" sz="quarter" idx="26" hasCustomPrompt="1"/>
          </p:nvPr>
        </p:nvSpPr>
        <p:spPr>
          <a:xfrm>
            <a:off x="9271000" y="1188126"/>
            <a:ext cx="2794000" cy="1095236"/>
          </a:xfrm>
          <a:prstGeom prst="rect">
            <a:avLst/>
          </a:prstGeom>
        </p:spPr>
        <p:txBody>
          <a:bodyPr wrap="square" lIns="365760" tIns="365760" rIns="365760" bIns="365760">
            <a:spAutoFit/>
          </a:bodyPr>
          <a:lstStyle>
            <a:lvl1pPr marL="0" indent="0">
              <a:buNone/>
              <a:tabLst/>
              <a:defRPr lang="en-US" sz="667" dirty="0"/>
            </a:lvl1pPr>
            <a:lvl2pPr marL="96227" indent="-48279">
              <a:tabLst/>
              <a:defRPr lang="en-US" sz="500" dirty="0"/>
            </a:lvl2pPr>
            <a:lvl3pPr marL="96227" indent="-48279">
              <a:tabLst/>
              <a:defRPr lang="en-US" sz="375" dirty="0"/>
            </a:lvl3pPr>
            <a:lvl4pPr marL="96227" indent="-48279">
              <a:tabLst/>
              <a:defRPr lang="en-US" sz="250" dirty="0"/>
            </a:lvl4pPr>
            <a:lvl5pPr marL="96227" indent="-48279">
              <a:tabLst/>
              <a:defRPr lang="en-US" sz="25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0" name="Text Placeholder 13">
            <a:extLst>
              <a:ext uri="{FF2B5EF4-FFF2-40B4-BE49-F238E27FC236}">
                <a16:creationId xmlns:a16="http://schemas.microsoft.com/office/drawing/2014/main" id="{901D1A8D-240B-ED4E-BD04-4E9EB9663055}"/>
              </a:ext>
            </a:extLst>
          </p:cNvPr>
          <p:cNvSpPr>
            <a:spLocks noGrp="1"/>
          </p:cNvSpPr>
          <p:nvPr>
            <p:ph type="body" sz="quarter" idx="27" hasCustomPrompt="1"/>
          </p:nvPr>
        </p:nvSpPr>
        <p:spPr>
          <a:xfrm>
            <a:off x="9271000" y="4265331"/>
            <a:ext cx="2794000" cy="1095236"/>
          </a:xfrm>
          <a:prstGeom prst="rect">
            <a:avLst/>
          </a:prstGeom>
        </p:spPr>
        <p:txBody>
          <a:bodyPr wrap="square" lIns="365760" tIns="365760" rIns="365760" bIns="365760">
            <a:spAutoFit/>
          </a:bodyPr>
          <a:lstStyle>
            <a:lvl1pPr marL="0" indent="0">
              <a:buNone/>
              <a:tabLst/>
              <a:defRPr lang="en-US" sz="667" dirty="0"/>
            </a:lvl1pPr>
            <a:lvl2pPr marL="96227" indent="-48279">
              <a:tabLst/>
              <a:defRPr lang="en-US" sz="500" dirty="0"/>
            </a:lvl2pPr>
            <a:lvl3pPr marL="96227" indent="-48279">
              <a:tabLst/>
              <a:defRPr lang="en-US" sz="375" dirty="0"/>
            </a:lvl3pPr>
            <a:lvl4pPr marL="96227" indent="-48279">
              <a:tabLst/>
              <a:defRPr lang="en-US" sz="250" dirty="0"/>
            </a:lvl4pPr>
            <a:lvl5pPr marL="96227" indent="-48279">
              <a:tabLst/>
              <a:defRPr lang="en-US" sz="25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1" name="Text Placeholder 13">
            <a:extLst>
              <a:ext uri="{FF2B5EF4-FFF2-40B4-BE49-F238E27FC236}">
                <a16:creationId xmlns:a16="http://schemas.microsoft.com/office/drawing/2014/main" id="{2D400D92-52AF-2641-BAD0-BCC05B329A1C}"/>
              </a:ext>
            </a:extLst>
          </p:cNvPr>
          <p:cNvSpPr>
            <a:spLocks noGrp="1"/>
          </p:cNvSpPr>
          <p:nvPr>
            <p:ph type="body" sz="quarter" idx="28" hasCustomPrompt="1"/>
          </p:nvPr>
        </p:nvSpPr>
        <p:spPr>
          <a:xfrm>
            <a:off x="9271000" y="6117094"/>
            <a:ext cx="2794000" cy="1095236"/>
          </a:xfrm>
          <a:prstGeom prst="rect">
            <a:avLst/>
          </a:prstGeom>
        </p:spPr>
        <p:txBody>
          <a:bodyPr wrap="square" lIns="365760" tIns="365760" rIns="365760" bIns="365760">
            <a:spAutoFit/>
          </a:bodyPr>
          <a:lstStyle>
            <a:lvl1pPr marL="0" indent="0">
              <a:buNone/>
              <a:tabLst/>
              <a:defRPr lang="en-US" sz="667" dirty="0"/>
            </a:lvl1pPr>
            <a:lvl2pPr marL="96227" indent="-48279">
              <a:tabLst/>
              <a:defRPr lang="en-US" sz="500" dirty="0"/>
            </a:lvl2pPr>
            <a:lvl3pPr marL="96227" indent="-48279">
              <a:tabLst/>
              <a:defRPr lang="en-US" sz="375" dirty="0"/>
            </a:lvl3pPr>
            <a:lvl4pPr marL="96227" indent="-48279">
              <a:tabLst/>
              <a:defRPr lang="en-US" sz="250" dirty="0"/>
            </a:lvl4pPr>
            <a:lvl5pPr marL="96227" indent="-48279">
              <a:tabLst/>
              <a:defRPr lang="en-US" sz="250" dirty="0"/>
            </a:lvl5pPr>
          </a:lstStyle>
          <a:p>
            <a:pPr lvl="0"/>
            <a:r>
              <a:rPr lang="en-US" dirty="0"/>
              <a:t>Type in or paste your text here</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66529555"/>
      </p:ext>
    </p:extLst>
  </p:cSld>
  <p:clrMapOvr>
    <a:masterClrMapping/>
  </p:clrMapOvr>
  <p:extLst>
    <p:ext uri="{DCECCB84-F9BA-43D5-87BE-67443E8EF086}">
      <p15:sldGuideLst xmlns:p15="http://schemas.microsoft.com/office/powerpoint/2012/main">
        <p15:guide id="1" orient="horz" pos="20208">
          <p15:clr>
            <a:srgbClr val="FBAE40"/>
          </p15:clr>
        </p15:guide>
        <p15:guide id="2" pos="288">
          <p15:clr>
            <a:srgbClr val="FBAE40"/>
          </p15:clr>
        </p15:guide>
        <p15:guide id="3" pos="6624">
          <p15:clr>
            <a:srgbClr val="FBAE40"/>
          </p15:clr>
        </p15:guide>
        <p15:guide id="4" pos="7200">
          <p15:clr>
            <a:srgbClr val="FBAE40"/>
          </p15:clr>
        </p15:guide>
        <p15:guide id="5" pos="13536">
          <p15:clr>
            <a:srgbClr val="FBAE40"/>
          </p15:clr>
        </p15:guide>
        <p15:guide id="6" pos="14112">
          <p15:clr>
            <a:srgbClr val="FBAE40"/>
          </p15:clr>
        </p15:guide>
        <p15:guide id="7" pos="20448">
          <p15:clr>
            <a:srgbClr val="FBAE40"/>
          </p15:clr>
        </p15:guide>
        <p15:guide id="8" pos="21024">
          <p15:clr>
            <a:srgbClr val="FBAE40"/>
          </p15:clr>
        </p15:guide>
        <p15:guide id="9" pos="27360">
          <p15:clr>
            <a:srgbClr val="FBAE40"/>
          </p15:clr>
        </p15:guide>
        <p15:guide id="10" orient="horz" pos="292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hyperlink" Target="https://www.posterpresentations.com/how-to-change-the-research-poster-template-colors.html" TargetMode="External"/><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8.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20000"/>
                <a:lumOff val="80000"/>
              </a:schemeClr>
            </a:gs>
            <a:gs pos="99000">
              <a:schemeClr val="accent1">
                <a:lumMod val="20000"/>
                <a:lumOff val="80000"/>
              </a:schemeClr>
            </a:gs>
          </a:gsLst>
          <a:lin ang="5400000" scaled="1"/>
          <a:tileRect/>
        </a:gradFill>
        <a:effectLst/>
      </p:bgPr>
    </p:bg>
    <p:spTree>
      <p:nvGrpSpPr>
        <p:cNvPr id="1" name=""/>
        <p:cNvGrpSpPr/>
        <p:nvPr/>
      </p:nvGrpSpPr>
      <p:grpSpPr>
        <a:xfrm>
          <a:off x="0" y="0"/>
          <a:ext cx="0" cy="0"/>
          <a:chOff x="0" y="0"/>
          <a:chExt cx="0" cy="0"/>
        </a:xfrm>
      </p:grpSpPr>
      <p:sp>
        <p:nvSpPr>
          <p:cNvPr id="10" name="Rectangle 36">
            <a:extLst>
              <a:ext uri="{FF2B5EF4-FFF2-40B4-BE49-F238E27FC236}">
                <a16:creationId xmlns:a16="http://schemas.microsoft.com/office/drawing/2014/main" id="{B82F2237-BAB6-704C-82F3-FA64CC22DF29}"/>
              </a:ext>
            </a:extLst>
          </p:cNvPr>
          <p:cNvSpPr>
            <a:spLocks noChangeArrowheads="1"/>
          </p:cNvSpPr>
          <p:nvPr userDrawn="1"/>
        </p:nvSpPr>
        <p:spPr bwMode="auto">
          <a:xfrm>
            <a:off x="0" y="2937"/>
            <a:ext cx="12192000" cy="869222"/>
          </a:xfrm>
          <a:prstGeom prst="rect">
            <a:avLst/>
          </a:prstGeom>
          <a:solidFill>
            <a:schemeClr val="accent1"/>
          </a:solidFill>
          <a:ln w="9525">
            <a:noFill/>
            <a:miter lim="800000"/>
            <a:headEnd/>
            <a:tailEnd/>
          </a:ln>
          <a:effectLst/>
        </p:spPr>
        <p:txBody>
          <a:bodyPr wrap="none" lIns="33865" tIns="16933" rIns="33865" bIns="16933" anchor="ctr"/>
          <a:lstStyle/>
          <a:p>
            <a:pPr>
              <a:defRPr/>
            </a:pPr>
            <a:endParaRPr lang="en-US" sz="1820" dirty="0"/>
          </a:p>
        </p:txBody>
      </p:sp>
      <p:sp>
        <p:nvSpPr>
          <p:cNvPr id="12" name="Text Box 14">
            <a:extLst>
              <a:ext uri="{FF2B5EF4-FFF2-40B4-BE49-F238E27FC236}">
                <a16:creationId xmlns:a16="http://schemas.microsoft.com/office/drawing/2014/main" id="{4FAAEDB7-9BBE-8D43-950B-E1D906765494}"/>
              </a:ext>
            </a:extLst>
          </p:cNvPr>
          <p:cNvSpPr txBox="1">
            <a:spLocks noChangeArrowheads="1"/>
          </p:cNvSpPr>
          <p:nvPr userDrawn="1"/>
        </p:nvSpPr>
        <p:spPr bwMode="auto">
          <a:xfrm>
            <a:off x="177800" y="6711415"/>
            <a:ext cx="1439493" cy="109083"/>
          </a:xfrm>
          <a:prstGeom prst="rect">
            <a:avLst/>
          </a:prstGeom>
          <a:noFill/>
          <a:ln w="9525">
            <a:noFill/>
            <a:miter lim="800000"/>
            <a:headEnd/>
            <a:tailEnd/>
          </a:ln>
          <a:effectLst/>
        </p:spPr>
        <p:txBody>
          <a:bodyPr wrap="square" lIns="33801" tIns="16898" rIns="33801" bIns="16898">
            <a:spAutoFit/>
          </a:bodyPr>
          <a:lstStyle/>
          <a:p>
            <a:pPr eaLnBrk="0" hangingPunct="0">
              <a:lnSpc>
                <a:spcPct val="65000"/>
              </a:lnSpc>
              <a:spcBef>
                <a:spcPct val="50000"/>
              </a:spcBef>
              <a:defRPr/>
            </a:pPr>
            <a:r>
              <a:rPr lang="en-US" sz="146" b="1" dirty="0">
                <a:solidFill>
                  <a:schemeClr val="bg1">
                    <a:lumMod val="75000"/>
                  </a:schemeClr>
                </a:solidFill>
                <a:latin typeface="Arial" charset="0"/>
              </a:rPr>
              <a:t>RESEARCH POSTER PRESENTATION TEMPLATE © 2019</a:t>
            </a:r>
          </a:p>
          <a:p>
            <a:pPr eaLnBrk="0" hangingPunct="0">
              <a:lnSpc>
                <a:spcPct val="65000"/>
              </a:lnSpc>
              <a:spcBef>
                <a:spcPct val="50000"/>
              </a:spcBef>
              <a:defRPr/>
            </a:pPr>
            <a:r>
              <a:rPr lang="en-US" sz="333" b="1" dirty="0">
                <a:solidFill>
                  <a:schemeClr val="bg1">
                    <a:lumMod val="75000"/>
                  </a:schemeClr>
                </a:solidFill>
                <a:latin typeface="Arial" charset="0"/>
              </a:rPr>
              <a:t>www.PosterPresentations.com</a:t>
            </a:r>
          </a:p>
        </p:txBody>
      </p:sp>
      <p:cxnSp>
        <p:nvCxnSpPr>
          <p:cNvPr id="34" name="Straight Connector 33">
            <a:extLst>
              <a:ext uri="{FF2B5EF4-FFF2-40B4-BE49-F238E27FC236}">
                <a16:creationId xmlns:a16="http://schemas.microsoft.com/office/drawing/2014/main" id="{457BE808-A53B-994E-80E2-9E761219D543}"/>
              </a:ext>
            </a:extLst>
          </p:cNvPr>
          <p:cNvCxnSpPr>
            <a:cxnSpLocks/>
          </p:cNvCxnSpPr>
          <p:nvPr userDrawn="1"/>
        </p:nvCxnSpPr>
        <p:spPr>
          <a:xfrm>
            <a:off x="0" y="868718"/>
            <a:ext cx="12192000" cy="0"/>
          </a:xfrm>
          <a:prstGeom prst="line">
            <a:avLst/>
          </a:prstGeom>
          <a:ln w="3810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42071E14-BFBA-5041-9B7B-1EAD5CCACC7D}"/>
              </a:ext>
            </a:extLst>
          </p:cNvPr>
          <p:cNvSpPr/>
          <p:nvPr userDrawn="1"/>
        </p:nvSpPr>
        <p:spPr>
          <a:xfrm>
            <a:off x="126999" y="967409"/>
            <a:ext cx="2794000" cy="5715135"/>
          </a:xfrm>
          <a:prstGeom prst="roundRect">
            <a:avLst>
              <a:gd name="adj" fmla="val 1610"/>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20" dirty="0"/>
          </a:p>
        </p:txBody>
      </p:sp>
      <p:sp>
        <p:nvSpPr>
          <p:cNvPr id="18" name="Rounded Rectangle 17">
            <a:extLst>
              <a:ext uri="{FF2B5EF4-FFF2-40B4-BE49-F238E27FC236}">
                <a16:creationId xmlns:a16="http://schemas.microsoft.com/office/drawing/2014/main" id="{4128F8C5-8AC2-BE40-A83F-D9C512F88994}"/>
              </a:ext>
            </a:extLst>
          </p:cNvPr>
          <p:cNvSpPr/>
          <p:nvPr userDrawn="1"/>
        </p:nvSpPr>
        <p:spPr>
          <a:xfrm>
            <a:off x="9271000" y="967409"/>
            <a:ext cx="2794000" cy="5715135"/>
          </a:xfrm>
          <a:prstGeom prst="roundRect">
            <a:avLst>
              <a:gd name="adj" fmla="val 1610"/>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20" dirty="0"/>
          </a:p>
        </p:txBody>
      </p:sp>
      <p:sp>
        <p:nvSpPr>
          <p:cNvPr id="19" name="Rounded Rectangle 18">
            <a:extLst>
              <a:ext uri="{FF2B5EF4-FFF2-40B4-BE49-F238E27FC236}">
                <a16:creationId xmlns:a16="http://schemas.microsoft.com/office/drawing/2014/main" id="{B721DE94-4EEC-9240-AF22-5C3C7AAC4669}"/>
              </a:ext>
            </a:extLst>
          </p:cNvPr>
          <p:cNvSpPr/>
          <p:nvPr userDrawn="1"/>
        </p:nvSpPr>
        <p:spPr>
          <a:xfrm>
            <a:off x="3174412" y="967409"/>
            <a:ext cx="2794882" cy="5715135"/>
          </a:xfrm>
          <a:prstGeom prst="roundRect">
            <a:avLst>
              <a:gd name="adj" fmla="val 1610"/>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20" dirty="0"/>
          </a:p>
        </p:txBody>
      </p:sp>
      <p:sp>
        <p:nvSpPr>
          <p:cNvPr id="20" name="Rounded Rectangle 19">
            <a:extLst>
              <a:ext uri="{FF2B5EF4-FFF2-40B4-BE49-F238E27FC236}">
                <a16:creationId xmlns:a16="http://schemas.microsoft.com/office/drawing/2014/main" id="{681182F3-81E6-0A46-A2C3-461A26B01FE5}"/>
              </a:ext>
            </a:extLst>
          </p:cNvPr>
          <p:cNvSpPr/>
          <p:nvPr userDrawn="1"/>
        </p:nvSpPr>
        <p:spPr>
          <a:xfrm>
            <a:off x="6222706" y="967409"/>
            <a:ext cx="2794882" cy="5715135"/>
          </a:xfrm>
          <a:prstGeom prst="roundRect">
            <a:avLst>
              <a:gd name="adj" fmla="val 1610"/>
            </a:avLst>
          </a:prstGeom>
          <a:gradFill>
            <a:gsLst>
              <a:gs pos="0">
                <a:schemeClr val="accent1">
                  <a:lumMod val="5000"/>
                  <a:lumOff val="95000"/>
                </a:schemeClr>
              </a:gs>
              <a:gs pos="100000">
                <a:schemeClr val="accent1">
                  <a:lumMod val="10000"/>
                  <a:lumOff val="90000"/>
                </a:schemeClr>
              </a:gs>
            </a:gsLst>
            <a:lin ang="5400000" scaled="1"/>
          </a:gradFill>
          <a:ln w="3175">
            <a:solidFill>
              <a:schemeClr val="accent1">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20" dirty="0"/>
          </a:p>
        </p:txBody>
      </p:sp>
      <p:graphicFrame>
        <p:nvGraphicFramePr>
          <p:cNvPr id="11" name="Table 10">
            <a:extLst>
              <a:ext uri="{FF2B5EF4-FFF2-40B4-BE49-F238E27FC236}">
                <a16:creationId xmlns:a16="http://schemas.microsoft.com/office/drawing/2014/main" id="{DE37045F-60FA-B54F-B9F4-EBEC7F8172D6}"/>
              </a:ext>
            </a:extLst>
          </p:cNvPr>
          <p:cNvGraphicFramePr>
            <a:graphicFrameLocks noGrp="1"/>
          </p:cNvGraphicFramePr>
          <p:nvPr userDrawn="1">
            <p:extLst>
              <p:ext uri="{D42A27DB-BD31-4B8C-83A1-F6EECF244321}">
                <p14:modId xmlns:p14="http://schemas.microsoft.com/office/powerpoint/2010/main" val="1694054245"/>
              </p:ext>
            </p:extLst>
          </p:nvPr>
        </p:nvGraphicFramePr>
        <p:xfrm>
          <a:off x="-2947533" y="2937"/>
          <a:ext cx="2715797" cy="6808172"/>
        </p:xfrm>
        <a:graphic>
          <a:graphicData uri="http://schemas.openxmlformats.org/drawingml/2006/table">
            <a:tbl>
              <a:tblPr firstRow="1" bandRow="1">
                <a:tableStyleId>{5C22544A-7EE6-4342-B048-85BDC9FD1C3A}</a:tableStyleId>
              </a:tblPr>
              <a:tblGrid>
                <a:gridCol w="1164513">
                  <a:extLst>
                    <a:ext uri="{9D8B030D-6E8A-4147-A177-3AD203B41FA5}">
                      <a16:colId xmlns:a16="http://schemas.microsoft.com/office/drawing/2014/main" val="20000"/>
                    </a:ext>
                  </a:extLst>
                </a:gridCol>
                <a:gridCol w="1551284">
                  <a:extLst>
                    <a:ext uri="{9D8B030D-6E8A-4147-A177-3AD203B41FA5}">
                      <a16:colId xmlns:a16="http://schemas.microsoft.com/office/drawing/2014/main" val="20001"/>
                    </a:ext>
                  </a:extLst>
                </a:gridCol>
              </a:tblGrid>
              <a:tr h="276899">
                <a:tc gridSpan="2">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800" b="0" spc="600" dirty="0">
                          <a:solidFill>
                            <a:srgbClr val="1F3A4E"/>
                          </a:solidFill>
                          <a:latin typeface="Arial Black" panose="020B0A04020102020204" pitchFamily="34" charset="0"/>
                        </a:rPr>
                        <a:t>QUICK START GUIDE</a:t>
                      </a:r>
                      <a:br>
                        <a:rPr lang="en-US" sz="800" b="0" spc="600" dirty="0">
                          <a:solidFill>
                            <a:srgbClr val="1F3A4E"/>
                          </a:solidFill>
                          <a:latin typeface="Arial Black" panose="020B0A04020102020204" pitchFamily="34" charset="0"/>
                        </a:rPr>
                      </a:br>
                      <a:r>
                        <a:rPr lang="en-US" sz="600" b="1" spc="0" dirty="0">
                          <a:solidFill>
                            <a:srgbClr val="FF0000"/>
                          </a:solidFill>
                          <a:latin typeface="Trebuchet MS" pitchFamily="34" charset="0"/>
                        </a:rPr>
                        <a:t>(THIS SIDEBAR WILL NOT PRINT)</a:t>
                      </a:r>
                      <a:endParaRPr lang="en-US" sz="800" b="1" spc="600" dirty="0">
                        <a:solidFill>
                          <a:schemeClr val="bg1"/>
                        </a:solidFill>
                        <a:latin typeface="Trebuchet MS" pitchFamily="34" charset="0"/>
                      </a:endParaRPr>
                    </a:p>
                  </a:txBody>
                  <a:tcPr marL="50800" marR="25400" marT="28575" marB="9525">
                    <a:solidFill>
                      <a:srgbClr val="FFC000"/>
                    </a:solidFill>
                  </a:tcPr>
                </a:tc>
                <a:tc hMerge="1">
                  <a:txBody>
                    <a:bodyPr/>
                    <a:lstStyle/>
                    <a:p>
                      <a:endParaRPr lang="en-US" dirty="0"/>
                    </a:p>
                  </a:txBody>
                  <a:tcPr/>
                </a:tc>
                <a:extLst>
                  <a:ext uri="{0D108BD9-81ED-4DB2-BD59-A6C34878D82A}">
                    <a16:rowId xmlns:a16="http://schemas.microsoft.com/office/drawing/2014/main" val="10000"/>
                  </a:ext>
                </a:extLst>
              </a:tr>
              <a:tr h="876380">
                <a:tc gridSpan="2">
                  <a:txBody>
                    <a:bodyPr/>
                    <a:lstStyle/>
                    <a:p>
                      <a:pPr defTabSz="3765639"/>
                      <a:r>
                        <a:rPr lang="en-US" sz="400" i="0" dirty="0">
                          <a:solidFill>
                            <a:srgbClr val="D9D9D9"/>
                          </a:solidFill>
                          <a:latin typeface="Arial"/>
                          <a:cs typeface="Arial"/>
                        </a:rPr>
                        <a:t>This PowerPoint template produces a </a:t>
                      </a:r>
                      <a:r>
                        <a:rPr lang="en-US" sz="400" i="0" dirty="0">
                          <a:solidFill>
                            <a:srgbClr val="FFC000"/>
                          </a:solidFill>
                          <a:latin typeface="Arial"/>
                          <a:cs typeface="Arial"/>
                        </a:rPr>
                        <a:t>36"x48" </a:t>
                      </a:r>
                      <a:r>
                        <a:rPr lang="en-US" sz="400" i="0" dirty="0">
                          <a:solidFill>
                            <a:srgbClr val="D9D9D9"/>
                          </a:solidFill>
                          <a:latin typeface="Arial"/>
                          <a:cs typeface="Arial"/>
                        </a:rPr>
                        <a:t>presentation poster. You can use it to create your research poster by placing your title, subtitle, text, tables, charts and photos. </a:t>
                      </a:r>
                    </a:p>
                    <a:p>
                      <a:pPr defTabSz="3765639"/>
                      <a:endParaRPr lang="en-US" sz="400" i="0" dirty="0">
                        <a:solidFill>
                          <a:srgbClr val="D9D9D9"/>
                        </a:solidFill>
                        <a:latin typeface="Arial"/>
                        <a:cs typeface="Arial"/>
                      </a:endParaRPr>
                    </a:p>
                    <a:p>
                      <a:pPr defTabSz="3765639"/>
                      <a:r>
                        <a:rPr lang="en-US" sz="400" i="0" dirty="0">
                          <a:solidFill>
                            <a:srgbClr val="D9D9D9"/>
                          </a:solidFill>
                          <a:latin typeface="Arial"/>
                          <a:cs typeface="Arial"/>
                        </a:rPr>
                        <a:t>We provide a series of online tutorials that will guide you through the poster design process and answer your poster production questions. For complete template tutorials, go online to </a:t>
                      </a:r>
                      <a:r>
                        <a:rPr lang="en-US" sz="400" i="0" dirty="0">
                          <a:solidFill>
                            <a:srgbClr val="FFC000"/>
                          </a:solidFill>
                          <a:latin typeface="Arial"/>
                          <a:cs typeface="Arial"/>
                        </a:rPr>
                        <a:t>PosterPresentations.com</a:t>
                      </a:r>
                      <a:r>
                        <a:rPr lang="en-US" sz="400" i="0" dirty="0">
                          <a:solidFill>
                            <a:srgbClr val="D9D9D9"/>
                          </a:solidFill>
                          <a:latin typeface="Arial"/>
                          <a:cs typeface="Arial"/>
                        </a:rPr>
                        <a:t> and click on the  </a:t>
                      </a:r>
                      <a:r>
                        <a:rPr lang="en-US" sz="400" i="0" dirty="0">
                          <a:solidFill>
                            <a:srgbClr val="FFC000"/>
                          </a:solidFill>
                          <a:latin typeface="Arial"/>
                          <a:cs typeface="Arial"/>
                        </a:rPr>
                        <a:t>HELP DESK</a:t>
                      </a:r>
                      <a:r>
                        <a:rPr lang="en-US" sz="400" i="0" baseline="0" dirty="0">
                          <a:solidFill>
                            <a:srgbClr val="D9D9D9"/>
                          </a:solidFill>
                          <a:latin typeface="Arial"/>
                          <a:cs typeface="Arial"/>
                        </a:rPr>
                        <a:t> </a:t>
                      </a:r>
                      <a:r>
                        <a:rPr lang="en-US" sz="400" i="0" dirty="0">
                          <a:solidFill>
                            <a:srgbClr val="D9D9D9"/>
                          </a:solidFill>
                          <a:latin typeface="Arial"/>
                          <a:cs typeface="Arial"/>
                        </a:rPr>
                        <a:t>tab.</a:t>
                      </a:r>
                    </a:p>
                    <a:p>
                      <a:pPr defTabSz="3765639"/>
                      <a:endParaRPr lang="en-US" sz="400" i="0" dirty="0">
                        <a:solidFill>
                          <a:srgbClr val="D9D9D9"/>
                        </a:solidFill>
                        <a:latin typeface="Arial"/>
                        <a:cs typeface="Arial"/>
                      </a:endParaRPr>
                    </a:p>
                    <a:p>
                      <a:pPr defTabSz="3765639"/>
                      <a:r>
                        <a:rPr lang="en-US" sz="400" i="0" dirty="0">
                          <a:solidFill>
                            <a:srgbClr val="D9D9D9"/>
                          </a:solidFill>
                          <a:latin typeface="Arial"/>
                          <a:cs typeface="Arial"/>
                        </a:rPr>
                        <a:t>To print your poster using our same-day professional printing service, go online to </a:t>
                      </a:r>
                      <a:r>
                        <a:rPr lang="en-US" sz="400" i="0" dirty="0">
                          <a:solidFill>
                            <a:srgbClr val="FFC000"/>
                          </a:solidFill>
                          <a:latin typeface="Arial"/>
                          <a:cs typeface="Arial"/>
                        </a:rPr>
                        <a:t>PosterPresentations.com</a:t>
                      </a:r>
                      <a:r>
                        <a:rPr lang="en-US" sz="400" i="0" dirty="0">
                          <a:solidFill>
                            <a:srgbClr val="D9D9D9"/>
                          </a:solidFill>
                          <a:latin typeface="Arial"/>
                          <a:cs typeface="Arial"/>
                        </a:rPr>
                        <a:t> and click on "</a:t>
                      </a:r>
                      <a:r>
                        <a:rPr lang="en-US" sz="400" i="0" dirty="0">
                          <a:solidFill>
                            <a:srgbClr val="FFC000"/>
                          </a:solidFill>
                          <a:latin typeface="Arial"/>
                          <a:cs typeface="Arial"/>
                        </a:rPr>
                        <a:t>Order your poster</a:t>
                      </a:r>
                      <a:r>
                        <a:rPr lang="en-US" sz="400" i="0" dirty="0">
                          <a:solidFill>
                            <a:srgbClr val="D9D9D9"/>
                          </a:solidFill>
                          <a:latin typeface="Arial"/>
                          <a:cs typeface="Arial"/>
                        </a:rPr>
                        <a:t>".</a:t>
                      </a:r>
                      <a:endParaRPr lang="en-US" sz="400" b="1" dirty="0">
                        <a:solidFill>
                          <a:srgbClr val="D9D9D9"/>
                        </a:solidFill>
                        <a:latin typeface="Arial"/>
                        <a:cs typeface="Arial"/>
                      </a:endParaRPr>
                    </a:p>
                  </a:txBody>
                  <a:tcPr marL="50800" marR="25400" marT="28575" marB="9525">
                    <a:solidFill>
                      <a:srgbClr val="010101"/>
                    </a:solidFill>
                  </a:tcPr>
                </a:tc>
                <a:tc hMerge="1">
                  <a:txBody>
                    <a:bodyPr/>
                    <a:lstStyle/>
                    <a:p>
                      <a:pPr marL="0" indent="0" algn="l" defTabSz="114300"/>
                      <a:endParaRPr lang="en-US" sz="2400" b="0" baseline="0" dirty="0">
                        <a:solidFill>
                          <a:srgbClr val="FFC000"/>
                        </a:solidFill>
                        <a:latin typeface="Arial" panose="020B0604020202020204" pitchFamily="34" charset="0"/>
                        <a:cs typeface="Arial" panose="020B0604020202020204" pitchFamily="34" charset="0"/>
                      </a:endParaRPr>
                    </a:p>
                  </a:txBody>
                  <a:tcPr>
                    <a:solidFill>
                      <a:schemeClr val="tx1">
                        <a:lumMod val="95000"/>
                        <a:lumOff val="5000"/>
                      </a:schemeClr>
                    </a:solidFill>
                  </a:tcPr>
                </a:tc>
                <a:extLst>
                  <a:ext uri="{0D108BD9-81ED-4DB2-BD59-A6C34878D82A}">
                    <a16:rowId xmlns:a16="http://schemas.microsoft.com/office/drawing/2014/main" val="677555919"/>
                  </a:ext>
                </a:extLst>
              </a:tr>
              <a:tr h="952587">
                <a:tc>
                  <a:txBody>
                    <a:bodyPr/>
                    <a:lstStyle/>
                    <a:p>
                      <a:pPr algn="ctr"/>
                      <a:endParaRPr lang="en-US" sz="400" dirty="0">
                        <a:solidFill>
                          <a:srgbClr val="1F3A4E"/>
                        </a:solidFill>
                      </a:endParaRPr>
                    </a:p>
                    <a:p>
                      <a:pPr algn="ctr"/>
                      <a:endParaRPr lang="en-US" sz="400" dirty="0">
                        <a:solidFill>
                          <a:srgbClr val="1F3A4E"/>
                        </a:solidFill>
                      </a:endParaRPr>
                    </a:p>
                    <a:p>
                      <a:pPr algn="ctr"/>
                      <a:r>
                        <a:rPr lang="en-US" sz="400" dirty="0">
                          <a:solidFill>
                            <a:schemeClr val="bg1"/>
                          </a:solidFill>
                          <a:latin typeface="Arial" panose="020B0604020202020204" pitchFamily="34" charset="0"/>
                          <a:cs typeface="Arial" panose="020B0604020202020204" pitchFamily="34" charset="0"/>
                        </a:rPr>
                        <a:t>This is a template for a </a:t>
                      </a:r>
                    </a:p>
                    <a:p>
                      <a:pPr algn="ctr"/>
                      <a:r>
                        <a:rPr lang="en-US" sz="400" dirty="0">
                          <a:solidFill>
                            <a:schemeClr val="bg1"/>
                          </a:solidFill>
                          <a:latin typeface="Arial" panose="020B0604020202020204" pitchFamily="34" charset="0"/>
                          <a:cs typeface="Arial" panose="020B0604020202020204" pitchFamily="34" charset="0"/>
                        </a:rPr>
                        <a:t>presentation poster</a:t>
                      </a:r>
                      <a:br>
                        <a:rPr lang="en-US" sz="400" dirty="0">
                          <a:solidFill>
                            <a:schemeClr val="bg1"/>
                          </a:solidFill>
                          <a:latin typeface="Arial" panose="020B0604020202020204" pitchFamily="34" charset="0"/>
                          <a:cs typeface="Arial" panose="020B0604020202020204" pitchFamily="34" charset="0"/>
                        </a:rPr>
                      </a:br>
                      <a:r>
                        <a:rPr lang="en-US" sz="800" b="1" dirty="0">
                          <a:solidFill>
                            <a:srgbClr val="FFC000"/>
                          </a:solidFill>
                          <a:latin typeface="Arial" panose="020B0604020202020204" pitchFamily="34" charset="0"/>
                          <a:cs typeface="Arial" panose="020B0604020202020204" pitchFamily="34" charset="0"/>
                        </a:rPr>
                        <a:t>36 inches tall</a:t>
                      </a:r>
                      <a:br>
                        <a:rPr lang="en-US" sz="800" b="1" dirty="0">
                          <a:solidFill>
                            <a:srgbClr val="FFC000"/>
                          </a:solidFill>
                          <a:latin typeface="Arial" panose="020B0604020202020204" pitchFamily="34" charset="0"/>
                          <a:cs typeface="Arial" panose="020B0604020202020204" pitchFamily="34" charset="0"/>
                        </a:rPr>
                      </a:br>
                      <a:r>
                        <a:rPr lang="en-US" sz="800" b="1" dirty="0">
                          <a:solidFill>
                            <a:srgbClr val="FFC000"/>
                          </a:solidFill>
                          <a:latin typeface="Arial" panose="020B0604020202020204" pitchFamily="34" charset="0"/>
                          <a:cs typeface="Arial" panose="020B0604020202020204" pitchFamily="34" charset="0"/>
                        </a:rPr>
                        <a:t>by</a:t>
                      </a:r>
                      <a:br>
                        <a:rPr lang="en-US" sz="800" b="1" dirty="0">
                          <a:solidFill>
                            <a:srgbClr val="FFC000"/>
                          </a:solidFill>
                          <a:latin typeface="Arial" panose="020B0604020202020204" pitchFamily="34" charset="0"/>
                          <a:cs typeface="Arial" panose="020B0604020202020204" pitchFamily="34" charset="0"/>
                        </a:rPr>
                      </a:br>
                      <a:r>
                        <a:rPr lang="en-US" sz="800" b="1" dirty="0">
                          <a:solidFill>
                            <a:srgbClr val="FFC000"/>
                          </a:solidFill>
                          <a:latin typeface="Arial" panose="020B0604020202020204" pitchFamily="34" charset="0"/>
                          <a:cs typeface="Arial" panose="020B0604020202020204" pitchFamily="34" charset="0"/>
                        </a:rPr>
                        <a:t>48 inches wide</a:t>
                      </a:r>
                      <a:br>
                        <a:rPr lang="en-US" sz="400" dirty="0">
                          <a:solidFill>
                            <a:schemeClr val="bg1"/>
                          </a:solidFill>
                          <a:latin typeface="Arial" panose="020B0604020202020204" pitchFamily="34" charset="0"/>
                          <a:cs typeface="Arial" panose="020B0604020202020204" pitchFamily="34" charset="0"/>
                        </a:rPr>
                      </a:br>
                      <a:endParaRPr lang="en-US" sz="400" dirty="0">
                        <a:solidFill>
                          <a:srgbClr val="1F3A4E"/>
                        </a:solidFill>
                      </a:endParaRPr>
                    </a:p>
                  </a:txBody>
                  <a:tcPr marL="25400" marR="25400" marT="9525" marB="9525">
                    <a:solidFill>
                      <a:srgbClr val="010101"/>
                    </a:solidFill>
                  </a:tcPr>
                </a:tc>
                <a:tc>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500" b="1" baseline="0" dirty="0">
                          <a:solidFill>
                            <a:srgbClr val="FFC000"/>
                          </a:solidFill>
                          <a:latin typeface="Arial" panose="020B0604020202020204" pitchFamily="34" charset="0"/>
                          <a:cs typeface="Arial" panose="020B0604020202020204" pitchFamily="34" charset="0"/>
                        </a:rPr>
                        <a:t>Important: Check the template size</a:t>
                      </a:r>
                      <a:br>
                        <a:rPr lang="en-US" sz="400" b="0" baseline="0" dirty="0">
                          <a:solidFill>
                            <a:srgbClr val="FFC000"/>
                          </a:solidFill>
                          <a:latin typeface="Arial" panose="020B0604020202020204" pitchFamily="34" charset="0"/>
                          <a:cs typeface="Arial" panose="020B0604020202020204" pitchFamily="34" charset="0"/>
                        </a:rPr>
                      </a:br>
                      <a:r>
                        <a:rPr lang="en-US" sz="400" b="0" baseline="0" dirty="0">
                          <a:solidFill>
                            <a:srgbClr val="D9D9D9"/>
                          </a:solidFill>
                          <a:latin typeface="Arial" panose="020B0604020202020204" pitchFamily="34" charset="0"/>
                          <a:cs typeface="Arial" panose="020B0604020202020204" pitchFamily="34" charset="0"/>
                        </a:rPr>
                        <a:t>Before you start working on your poster and to avoid printing problems check that you have downloaded and that you are using the correct size template for your poster presentation.</a:t>
                      </a:r>
                      <a:br>
                        <a:rPr lang="en-US" sz="400" b="0" baseline="0" dirty="0">
                          <a:solidFill>
                            <a:srgbClr val="D9D9D9"/>
                          </a:solidFill>
                          <a:latin typeface="Arial" panose="020B0604020202020204" pitchFamily="34" charset="0"/>
                          <a:cs typeface="Arial" panose="020B0604020202020204" pitchFamily="34" charset="0"/>
                        </a:rPr>
                      </a:br>
                      <a:r>
                        <a:rPr lang="en-US" sz="400" b="0" baseline="0" dirty="0">
                          <a:solidFill>
                            <a:srgbClr val="D9D9D9"/>
                          </a:solidFill>
                          <a:latin typeface="Arial" panose="020B0604020202020204" pitchFamily="34" charset="0"/>
                          <a:cs typeface="Arial" panose="020B0604020202020204" pitchFamily="34" charset="0"/>
                        </a:rPr>
                        <a:t>This template can also be printed at the following sizes without distortion and without any additional formatting:</a:t>
                      </a:r>
                      <a:br>
                        <a:rPr lang="en-US" sz="400" b="0" baseline="0" dirty="0">
                          <a:solidFill>
                            <a:srgbClr val="D9D9D9"/>
                          </a:solidFill>
                          <a:latin typeface="Arial" panose="020B0604020202020204" pitchFamily="34" charset="0"/>
                          <a:cs typeface="Arial" panose="020B0604020202020204" pitchFamily="34" charset="0"/>
                        </a:rPr>
                      </a:br>
                      <a:r>
                        <a:rPr lang="en-US" sz="400" b="0" baseline="0" dirty="0">
                          <a:solidFill>
                            <a:srgbClr val="FFC000"/>
                          </a:solidFill>
                          <a:latin typeface="Arial" panose="020B0604020202020204" pitchFamily="34" charset="0"/>
                          <a:cs typeface="Arial" panose="020B0604020202020204" pitchFamily="34" charset="0"/>
                        </a:rPr>
                        <a:t>30 tall x 40 wide</a:t>
                      </a:r>
                      <a:br>
                        <a:rPr lang="en-US" sz="400" b="0" baseline="0" dirty="0">
                          <a:solidFill>
                            <a:srgbClr val="FFC000"/>
                          </a:solidFill>
                          <a:latin typeface="Arial" panose="020B0604020202020204" pitchFamily="34" charset="0"/>
                          <a:cs typeface="Arial" panose="020B0604020202020204" pitchFamily="34" charset="0"/>
                        </a:rPr>
                      </a:br>
                      <a:r>
                        <a:rPr lang="en-US" sz="400" b="0" baseline="0" dirty="0">
                          <a:solidFill>
                            <a:srgbClr val="FFC000"/>
                          </a:solidFill>
                          <a:latin typeface="Arial" panose="020B0604020202020204" pitchFamily="34" charset="0"/>
                          <a:cs typeface="Arial" panose="020B0604020202020204" pitchFamily="34" charset="0"/>
                        </a:rPr>
                        <a:t>42 tall x 56 wide</a:t>
                      </a:r>
                      <a:br>
                        <a:rPr lang="en-US" sz="400" b="0" baseline="0" dirty="0">
                          <a:solidFill>
                            <a:srgbClr val="FFC000"/>
                          </a:solidFill>
                          <a:latin typeface="Arial" panose="020B0604020202020204" pitchFamily="34" charset="0"/>
                          <a:cs typeface="Arial" panose="020B0604020202020204" pitchFamily="34" charset="0"/>
                        </a:rPr>
                      </a:br>
                      <a:r>
                        <a:rPr lang="en-US" sz="400" b="0" baseline="0" dirty="0">
                          <a:solidFill>
                            <a:srgbClr val="FFC000"/>
                          </a:solidFill>
                          <a:latin typeface="Arial" panose="020B0604020202020204" pitchFamily="34" charset="0"/>
                          <a:cs typeface="Arial" panose="020B0604020202020204" pitchFamily="34" charset="0"/>
                        </a:rPr>
                        <a:t>48 tall x 64 wide</a:t>
                      </a:r>
                    </a:p>
                  </a:txBody>
                  <a:tcPr marL="50800" marR="25400" marT="28575" marB="9525">
                    <a:solidFill>
                      <a:srgbClr val="010101"/>
                    </a:solidFill>
                  </a:tcPr>
                </a:tc>
                <a:extLst>
                  <a:ext uri="{0D108BD9-81ED-4DB2-BD59-A6C34878D82A}">
                    <a16:rowId xmlns:a16="http://schemas.microsoft.com/office/drawing/2014/main" val="10008"/>
                  </a:ext>
                </a:extLst>
              </a:tr>
              <a:tr h="893478">
                <a:tc>
                  <a:txBody>
                    <a:bodyPr/>
                    <a:lstStyle/>
                    <a:p>
                      <a:endParaRPr lang="en-US" sz="400" dirty="0">
                        <a:solidFill>
                          <a:srgbClr val="1F3A4E"/>
                        </a:solidFill>
                      </a:endParaRPr>
                    </a:p>
                  </a:txBody>
                  <a:tcPr marL="25400" marR="25400" marT="9525" marB="9525">
                    <a:blipFill rotWithShape="1">
                      <a:blip r:embed="rId3"/>
                      <a:stretch>
                        <a:fillRect/>
                      </a:stretch>
                    </a:blipFill>
                  </a:tcPr>
                </a:tc>
                <a:tc>
                  <a:txBody>
                    <a:bodyPr/>
                    <a:lstStyle/>
                    <a:p>
                      <a:pPr algn="l"/>
                      <a:r>
                        <a:rPr lang="en-US" sz="500" b="1" baseline="0" dirty="0">
                          <a:solidFill>
                            <a:srgbClr val="FFC000"/>
                          </a:solidFill>
                          <a:latin typeface="Arial" panose="020B0604020202020204" pitchFamily="34" charset="0"/>
                          <a:cs typeface="Arial" panose="020B0604020202020204" pitchFamily="34" charset="0"/>
                        </a:rPr>
                        <a:t>How to </a:t>
                      </a:r>
                      <a:r>
                        <a:rPr lang="en-US" sz="800" b="1" baseline="0" dirty="0">
                          <a:solidFill>
                            <a:srgbClr val="FFC000"/>
                          </a:solidFill>
                          <a:latin typeface="Arial" panose="020B0604020202020204" pitchFamily="34" charset="0"/>
                          <a:cs typeface="Arial" panose="020B0604020202020204" pitchFamily="34" charset="0"/>
                        </a:rPr>
                        <a:t>Zoom in </a:t>
                      </a:r>
                      <a:r>
                        <a:rPr lang="en-US" sz="500" b="1" baseline="0" dirty="0">
                          <a:solidFill>
                            <a:srgbClr val="FFC000"/>
                          </a:solidFill>
                          <a:latin typeface="Arial" panose="020B0604020202020204" pitchFamily="34" charset="0"/>
                          <a:cs typeface="Arial" panose="020B0604020202020204" pitchFamily="34" charset="0"/>
                        </a:rPr>
                        <a:t>and </a:t>
                      </a:r>
                      <a:r>
                        <a:rPr lang="en-US" sz="400" b="1" baseline="0" dirty="0">
                          <a:solidFill>
                            <a:srgbClr val="FFC000"/>
                          </a:solidFill>
                          <a:latin typeface="Arial" panose="020B0604020202020204" pitchFamily="34" charset="0"/>
                          <a:cs typeface="Arial" panose="020B0604020202020204" pitchFamily="34" charset="0"/>
                        </a:rPr>
                        <a:t>out</a:t>
                      </a:r>
                      <a:endParaRPr lang="en-US" sz="500" b="1" baseline="0" dirty="0">
                        <a:solidFill>
                          <a:srgbClr val="FFC000"/>
                        </a:solidFill>
                        <a:latin typeface="Arial" panose="020B0604020202020204" pitchFamily="34" charset="0"/>
                        <a:cs typeface="Arial" panose="020B0604020202020204" pitchFamily="34" charset="0"/>
                      </a:endParaRPr>
                    </a:p>
                    <a:p>
                      <a:pPr algn="l"/>
                      <a:r>
                        <a:rPr lang="en-US" sz="400" b="0" baseline="0" dirty="0">
                          <a:solidFill>
                            <a:srgbClr val="D9D9D9"/>
                          </a:solidFill>
                          <a:latin typeface="Arial" panose="020B0604020202020204" pitchFamily="34" charset="0"/>
                          <a:cs typeface="Arial" panose="020B0604020202020204" pitchFamily="34" charset="0"/>
                        </a:rPr>
                        <a:t>Use the PowerPoint zoom tool to adjust the screen magnification to view comfortably. PowerPoint provides 2 ways to zoom: </a:t>
                      </a:r>
                      <a:br>
                        <a:rPr lang="en-US" sz="400" b="0" baseline="0" dirty="0">
                          <a:solidFill>
                            <a:srgbClr val="D9D9D9"/>
                          </a:solidFill>
                          <a:latin typeface="Arial" panose="020B0604020202020204" pitchFamily="34" charset="0"/>
                          <a:cs typeface="Arial" panose="020B0604020202020204" pitchFamily="34" charset="0"/>
                        </a:rPr>
                      </a:br>
                      <a:r>
                        <a:rPr lang="en-US" sz="400" b="0" baseline="0" dirty="0">
                          <a:solidFill>
                            <a:srgbClr val="FFC000"/>
                          </a:solidFill>
                          <a:latin typeface="Arial" panose="020B0604020202020204" pitchFamily="34" charset="0"/>
                          <a:cs typeface="Arial" panose="020B0604020202020204" pitchFamily="34" charset="0"/>
                        </a:rPr>
                        <a:t>1. </a:t>
                      </a:r>
                      <a:r>
                        <a:rPr lang="en-US" sz="400" b="0" baseline="0" dirty="0">
                          <a:solidFill>
                            <a:srgbClr val="D9D9D9"/>
                          </a:solidFill>
                          <a:latin typeface="Arial" panose="020B0604020202020204" pitchFamily="34" charset="0"/>
                          <a:cs typeface="Arial" panose="020B0604020202020204" pitchFamily="34" charset="0"/>
                        </a:rPr>
                        <a:t>On the top menu bar click on the VIEW tab and then click on ZOOM. Choose the zoom percentage that works best for you. </a:t>
                      </a:r>
                      <a:br>
                        <a:rPr lang="en-US" sz="400" b="0" baseline="0" dirty="0">
                          <a:solidFill>
                            <a:srgbClr val="D9D9D9"/>
                          </a:solidFill>
                          <a:latin typeface="Arial" panose="020B0604020202020204" pitchFamily="34" charset="0"/>
                          <a:cs typeface="Arial" panose="020B0604020202020204" pitchFamily="34" charset="0"/>
                        </a:rPr>
                      </a:br>
                      <a:r>
                        <a:rPr lang="en-US" sz="400" b="0" baseline="0" dirty="0">
                          <a:solidFill>
                            <a:srgbClr val="FFC000"/>
                          </a:solidFill>
                          <a:latin typeface="Arial" panose="020B0604020202020204" pitchFamily="34" charset="0"/>
                          <a:cs typeface="Arial" panose="020B0604020202020204" pitchFamily="34" charset="0"/>
                        </a:rPr>
                        <a:t>2. </a:t>
                      </a:r>
                      <a:r>
                        <a:rPr lang="en-US" sz="400" b="0" baseline="0" dirty="0">
                          <a:solidFill>
                            <a:srgbClr val="D9D9D9"/>
                          </a:solidFill>
                          <a:latin typeface="Arial" panose="020B0604020202020204" pitchFamily="34" charset="0"/>
                          <a:cs typeface="Arial" panose="020B0604020202020204" pitchFamily="34" charset="0"/>
                        </a:rPr>
                        <a:t>For better zoom flexibility, use the zoom slider at the bottom right of the window.</a:t>
                      </a:r>
                    </a:p>
                  </a:txBody>
                  <a:tcPr marL="50800" marR="25400" marT="28575" marB="9525">
                    <a:solidFill>
                      <a:srgbClr val="010101"/>
                    </a:solidFill>
                  </a:tcPr>
                </a:tc>
                <a:extLst>
                  <a:ext uri="{0D108BD9-81ED-4DB2-BD59-A6C34878D82A}">
                    <a16:rowId xmlns:a16="http://schemas.microsoft.com/office/drawing/2014/main" val="10001"/>
                  </a:ext>
                </a:extLst>
              </a:tr>
              <a:tr h="375110">
                <a:tc gridSpan="2">
                  <a:txBody>
                    <a:bodyPr/>
                    <a:lstStyle/>
                    <a:p>
                      <a:pPr marL="0" marR="0" lvl="0" indent="0" algn="l" defTabSz="4388900" rtl="0" eaLnBrk="1" fontAlgn="auto" latinLnBrk="0" hangingPunct="1">
                        <a:lnSpc>
                          <a:spcPct val="100000"/>
                        </a:lnSpc>
                        <a:spcBef>
                          <a:spcPts val="0"/>
                        </a:spcBef>
                        <a:spcAft>
                          <a:spcPts val="0"/>
                        </a:spcAft>
                        <a:buClrTx/>
                        <a:buSzTx/>
                        <a:buFontTx/>
                        <a:buNone/>
                        <a:tabLst/>
                        <a:defRPr/>
                      </a:pPr>
                      <a:r>
                        <a:rPr lang="en-US" sz="500" b="1" baseline="0" dirty="0">
                          <a:solidFill>
                            <a:srgbClr val="FFC000"/>
                          </a:solidFill>
                          <a:latin typeface="Arial" panose="020B0604020202020204" pitchFamily="34" charset="0"/>
                          <a:cs typeface="Arial" panose="020B0604020202020204" pitchFamily="34" charset="0"/>
                        </a:rPr>
                        <a:t>Ruler and Guides</a:t>
                      </a:r>
                      <a:br>
                        <a:rPr lang="en-US" sz="400" b="0" baseline="0" dirty="0">
                          <a:solidFill>
                            <a:srgbClr val="FFC000"/>
                          </a:solidFill>
                          <a:latin typeface="Arial" panose="020B0604020202020204" pitchFamily="34" charset="0"/>
                          <a:cs typeface="Arial" panose="020B0604020202020204" pitchFamily="34" charset="0"/>
                        </a:rPr>
                      </a:br>
                      <a:r>
                        <a:rPr lang="en-US" sz="400" b="0" baseline="0" dirty="0">
                          <a:solidFill>
                            <a:srgbClr val="D9D9D9"/>
                          </a:solidFill>
                          <a:latin typeface="Arial" panose="020B0604020202020204" pitchFamily="34" charset="0"/>
                          <a:cs typeface="Arial" panose="020B0604020202020204" pitchFamily="34" charset="0"/>
                        </a:rPr>
                        <a:t>The dotted lines on his poster template are guides.  The horizontal and vertical guides will help you align your poster elements accurately. Text boxes and other elements will ”snap” to the guides and stay within the boundaries of the columns. To hide the guides go to VIEW and uncheck the Guides box.</a:t>
                      </a:r>
                    </a:p>
                  </a:txBody>
                  <a:tcPr marL="25400" marR="25400" marT="9525" marB="9525">
                    <a:solidFill>
                      <a:srgbClr val="010101"/>
                    </a:solidFill>
                  </a:tcPr>
                </a:tc>
                <a:tc hMerge="1">
                  <a:txBody>
                    <a:bodyPr/>
                    <a:lstStyle/>
                    <a:p>
                      <a:endParaRPr lang="en-US" sz="2400" b="0" baseline="0" dirty="0">
                        <a:solidFill>
                          <a:schemeClr val="bg1"/>
                        </a:solidFill>
                        <a:latin typeface="Arial" panose="020B0604020202020204" pitchFamily="34" charset="0"/>
                        <a:cs typeface="Arial" panose="020B0604020202020204" pitchFamily="34" charset="0"/>
                      </a:endParaRPr>
                    </a:p>
                  </a:txBody>
                  <a:tcPr marL="182880" marT="137160">
                    <a:solidFill>
                      <a:schemeClr val="tx1">
                        <a:lumMod val="95000"/>
                        <a:lumOff val="5000"/>
                      </a:schemeClr>
                    </a:solidFill>
                  </a:tcPr>
                </a:tc>
                <a:extLst>
                  <a:ext uri="{0D108BD9-81ED-4DB2-BD59-A6C34878D82A}">
                    <a16:rowId xmlns:a16="http://schemas.microsoft.com/office/drawing/2014/main" val="10002"/>
                  </a:ext>
                </a:extLst>
              </a:tr>
              <a:tr h="796737">
                <a:tc>
                  <a:txBody>
                    <a:bodyPr/>
                    <a:lstStyle/>
                    <a:p>
                      <a:endParaRPr lang="en-US" sz="400" dirty="0">
                        <a:solidFill>
                          <a:srgbClr val="1F3A4E"/>
                        </a:solidFill>
                      </a:endParaRPr>
                    </a:p>
                  </a:txBody>
                  <a:tcPr marL="25400" marR="25400" marT="9525" marB="9525">
                    <a:blipFill rotWithShape="1">
                      <a:blip r:embed="rId4"/>
                      <a:stretch>
                        <a:fillRect/>
                      </a:stretch>
                    </a:blipFill>
                  </a:tcPr>
                </a:tc>
                <a:tc>
                  <a:txBody>
                    <a:bodyPr/>
                    <a:lstStyle/>
                    <a:p>
                      <a:pPr marL="0" lvl="1" indent="0" algn="l" defTabSz="114300"/>
                      <a:r>
                        <a:rPr lang="en-US" sz="500" b="1" baseline="0" dirty="0">
                          <a:solidFill>
                            <a:srgbClr val="FFC000"/>
                          </a:solidFill>
                          <a:latin typeface="Arial" panose="020B0604020202020204" pitchFamily="34" charset="0"/>
                          <a:cs typeface="Arial" panose="020B0604020202020204" pitchFamily="34" charset="0"/>
                        </a:rPr>
                        <a:t>Headers and text containers</a:t>
                      </a:r>
                      <a:br>
                        <a:rPr lang="en-US" sz="400" b="0" baseline="0" dirty="0">
                          <a:solidFill>
                            <a:schemeClr val="bg1"/>
                          </a:solidFill>
                          <a:latin typeface="Arial" panose="020B0604020202020204" pitchFamily="34" charset="0"/>
                          <a:cs typeface="Arial" panose="020B0604020202020204" pitchFamily="34" charset="0"/>
                        </a:rPr>
                      </a:br>
                      <a:r>
                        <a:rPr lang="en-US" sz="400" b="0" baseline="0" dirty="0">
                          <a:solidFill>
                            <a:srgbClr val="D9D9D9"/>
                          </a:solidFill>
                          <a:latin typeface="Arial" panose="020B0604020202020204" pitchFamily="34" charset="0"/>
                          <a:cs typeface="Arial" panose="020B0604020202020204" pitchFamily="34" charset="0"/>
                        </a:rPr>
                        <a:t>Included in this template are commonly used section headers such as Abstract, Objectives, Methods, Results, etc. </a:t>
                      </a:r>
                      <a:br>
                        <a:rPr lang="en-US" sz="400" b="0" baseline="0" dirty="0">
                          <a:solidFill>
                            <a:schemeClr val="bg1"/>
                          </a:solidFill>
                          <a:latin typeface="Arial" panose="020B0604020202020204" pitchFamily="34" charset="0"/>
                          <a:cs typeface="Arial" panose="020B0604020202020204" pitchFamily="34" charset="0"/>
                        </a:rPr>
                      </a:br>
                      <a:r>
                        <a:rPr lang="en-US" sz="400" b="0" baseline="0" dirty="0">
                          <a:solidFill>
                            <a:srgbClr val="FFC000"/>
                          </a:solidFill>
                          <a:latin typeface="Arial" panose="020B0604020202020204" pitchFamily="34" charset="0"/>
                          <a:cs typeface="Arial" panose="020B0604020202020204" pitchFamily="34" charset="0"/>
                        </a:rPr>
                        <a:t>-</a:t>
                      </a:r>
                      <a:r>
                        <a:rPr lang="en-US" sz="400" b="0" baseline="0" dirty="0">
                          <a:solidFill>
                            <a:schemeClr val="bg1"/>
                          </a:solidFill>
                          <a:latin typeface="Arial" panose="020B0604020202020204" pitchFamily="34" charset="0"/>
                          <a:cs typeface="Arial" panose="020B0604020202020204" pitchFamily="34" charset="0"/>
                        </a:rPr>
                        <a:t> </a:t>
                      </a:r>
                      <a:r>
                        <a:rPr lang="en-US" sz="400" b="0" baseline="0" dirty="0">
                          <a:solidFill>
                            <a:srgbClr val="D9D9D9"/>
                          </a:solidFill>
                          <a:latin typeface="Arial" panose="020B0604020202020204" pitchFamily="34" charset="0"/>
                          <a:cs typeface="Arial" panose="020B0604020202020204" pitchFamily="34" charset="0"/>
                        </a:rPr>
                        <a:t>Click inside a section header to add its text. </a:t>
                      </a:r>
                      <a:br>
                        <a:rPr lang="en-US" sz="400" b="0" baseline="0" dirty="0">
                          <a:solidFill>
                            <a:schemeClr val="bg1"/>
                          </a:solidFill>
                          <a:latin typeface="Arial" panose="020B0604020202020204" pitchFamily="34" charset="0"/>
                          <a:cs typeface="Arial" panose="020B0604020202020204" pitchFamily="34" charset="0"/>
                        </a:rPr>
                      </a:br>
                      <a:r>
                        <a:rPr lang="en-US" sz="400" b="0" baseline="0" dirty="0">
                          <a:solidFill>
                            <a:srgbClr val="FFC000"/>
                          </a:solidFill>
                          <a:latin typeface="Arial" panose="020B0604020202020204" pitchFamily="34" charset="0"/>
                          <a:cs typeface="Arial" panose="020B0604020202020204" pitchFamily="34" charset="0"/>
                        </a:rPr>
                        <a:t>-</a:t>
                      </a:r>
                      <a:r>
                        <a:rPr lang="en-US" sz="400" b="0" baseline="0" dirty="0">
                          <a:solidFill>
                            <a:schemeClr val="bg1"/>
                          </a:solidFill>
                          <a:latin typeface="Arial" panose="020B0604020202020204" pitchFamily="34" charset="0"/>
                          <a:cs typeface="Arial" panose="020B0604020202020204" pitchFamily="34" charset="0"/>
                        </a:rPr>
                        <a:t> </a:t>
                      </a:r>
                      <a:r>
                        <a:rPr lang="en-US" sz="400" b="0" baseline="0" dirty="0">
                          <a:solidFill>
                            <a:srgbClr val="D9D9D9"/>
                          </a:solidFill>
                          <a:latin typeface="Arial" panose="020B0604020202020204" pitchFamily="34" charset="0"/>
                          <a:cs typeface="Arial" panose="020B0604020202020204" pitchFamily="34" charset="0"/>
                        </a:rPr>
                        <a:t>To add another header, click on edge of the section box so that it is outlined. Copy and paste it. </a:t>
                      </a:r>
                      <a:br>
                        <a:rPr lang="en-US" sz="400" b="0" baseline="0" dirty="0">
                          <a:solidFill>
                            <a:schemeClr val="bg1"/>
                          </a:solidFill>
                          <a:latin typeface="Arial" panose="020B0604020202020204" pitchFamily="34" charset="0"/>
                          <a:cs typeface="Arial" panose="020B0604020202020204" pitchFamily="34" charset="0"/>
                        </a:rPr>
                      </a:br>
                      <a:r>
                        <a:rPr lang="en-US" sz="400" b="0" baseline="0" dirty="0">
                          <a:solidFill>
                            <a:srgbClr val="FFC000"/>
                          </a:solidFill>
                          <a:latin typeface="Arial" panose="020B0604020202020204" pitchFamily="34" charset="0"/>
                          <a:cs typeface="Arial" panose="020B0604020202020204" pitchFamily="34" charset="0"/>
                        </a:rPr>
                        <a:t>-</a:t>
                      </a:r>
                      <a:r>
                        <a:rPr lang="en-US" sz="400" b="0" baseline="0" dirty="0">
                          <a:solidFill>
                            <a:schemeClr val="bg1"/>
                          </a:solidFill>
                          <a:latin typeface="Arial" panose="020B0604020202020204" pitchFamily="34" charset="0"/>
                          <a:cs typeface="Arial" panose="020B0604020202020204" pitchFamily="34" charset="0"/>
                        </a:rPr>
                        <a:t> </a:t>
                      </a:r>
                      <a:r>
                        <a:rPr lang="en-US" sz="400" b="0" baseline="0" dirty="0">
                          <a:solidFill>
                            <a:srgbClr val="D9D9D9"/>
                          </a:solidFill>
                          <a:latin typeface="Arial" panose="020B0604020202020204" pitchFamily="34" charset="0"/>
                          <a:cs typeface="Arial" panose="020B0604020202020204" pitchFamily="34" charset="0"/>
                        </a:rPr>
                        <a:t>To increase its size, click on the white circles and expand to the the desired size.</a:t>
                      </a:r>
                    </a:p>
                  </a:txBody>
                  <a:tcPr marL="50800" marR="25400" marT="28575" marB="9525">
                    <a:solidFill>
                      <a:srgbClr val="010101"/>
                    </a:solidFill>
                  </a:tcPr>
                </a:tc>
                <a:extLst>
                  <a:ext uri="{0D108BD9-81ED-4DB2-BD59-A6C34878D82A}">
                    <a16:rowId xmlns:a16="http://schemas.microsoft.com/office/drawing/2014/main" val="10003"/>
                  </a:ext>
                </a:extLst>
              </a:tr>
              <a:tr h="733153">
                <a:tc gridSpan="2">
                  <a:txBody>
                    <a:bodyPr/>
                    <a:lstStyle/>
                    <a:p>
                      <a:r>
                        <a:rPr lang="en-US" sz="500" b="1" dirty="0">
                          <a:solidFill>
                            <a:srgbClr val="FFC000"/>
                          </a:solidFill>
                          <a:latin typeface="Arial" panose="020B0604020202020204" pitchFamily="34" charset="0"/>
                          <a:cs typeface="Arial" panose="020B0604020202020204" pitchFamily="34" charset="0"/>
                        </a:rPr>
                        <a:t>Adding content to the poster</a:t>
                      </a:r>
                    </a:p>
                    <a:p>
                      <a:r>
                        <a:rPr lang="en-US" sz="400" baseline="0" dirty="0">
                          <a:solidFill>
                            <a:srgbClr val="D9D9D9"/>
                          </a:solidFill>
                          <a:latin typeface="Arial" panose="020B0604020202020204" pitchFamily="34" charset="0"/>
                          <a:cs typeface="Arial" panose="020B0604020202020204" pitchFamily="34" charset="0"/>
                        </a:rPr>
                        <a:t>Start by adding your text to each section without spending too much time with formatting. Use the default font size even if your text extends beyond the bottom of the poster. Continue until you have added all your content including text, graphics, photos, etc. Once you finish adding your content you can go back and format your text as needed.</a:t>
                      </a:r>
                    </a:p>
                    <a:p>
                      <a:pPr marL="342900" indent="-342900">
                        <a:buFontTx/>
                        <a:buChar char="-"/>
                      </a:pPr>
                      <a:r>
                        <a:rPr lang="en-US" sz="400" baseline="0" dirty="0">
                          <a:solidFill>
                            <a:srgbClr val="D9D9D9"/>
                          </a:solidFill>
                          <a:latin typeface="Arial" panose="020B0604020202020204" pitchFamily="34" charset="0"/>
                          <a:cs typeface="Arial" panose="020B0604020202020204" pitchFamily="34" charset="0"/>
                        </a:rPr>
                        <a:t>If you run out of room, try to reduce the size of your fonts and/or the size of your graphics. If there is a lot of empty space try to increase your font sizes and the size of your graphics. The font used for references can be smaller.</a:t>
                      </a:r>
                      <a:endParaRPr lang="en-US" sz="400" dirty="0">
                        <a:solidFill>
                          <a:srgbClr val="D9D9D9"/>
                        </a:solidFill>
                        <a:latin typeface="Arial" panose="020B0604020202020204" pitchFamily="34" charset="0"/>
                        <a:cs typeface="Arial" panose="020B0604020202020204" pitchFamily="34" charset="0"/>
                      </a:endParaRPr>
                    </a:p>
                  </a:txBody>
                  <a:tcPr marL="25400" marR="25400" marT="9525" marB="9525">
                    <a:solidFill>
                      <a:srgbClr val="010101"/>
                    </a:solidFill>
                  </a:tcPr>
                </a:tc>
                <a:tc hMerge="1">
                  <a:txBody>
                    <a:bodyPr/>
                    <a:lstStyle/>
                    <a:p>
                      <a:endParaRPr lang="en-US" sz="2400" dirty="0">
                        <a:solidFill>
                          <a:schemeClr val="bg1"/>
                        </a:solidFill>
                        <a:latin typeface="Arial" panose="020B0604020202020204" pitchFamily="34" charset="0"/>
                        <a:cs typeface="Arial" panose="020B0604020202020204" pitchFamily="34" charset="0"/>
                      </a:endParaRPr>
                    </a:p>
                  </a:txBody>
                  <a:tcPr marL="182880" marT="137160">
                    <a:solidFill>
                      <a:srgbClr val="010101"/>
                    </a:solidFill>
                  </a:tcPr>
                </a:tc>
                <a:extLst>
                  <a:ext uri="{0D108BD9-81ED-4DB2-BD59-A6C34878D82A}">
                    <a16:rowId xmlns:a16="http://schemas.microsoft.com/office/drawing/2014/main" val="10004"/>
                  </a:ext>
                </a:extLst>
              </a:tr>
              <a:tr h="495345">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500" b="1" noProof="0" dirty="0">
                          <a:solidFill>
                            <a:srgbClr val="FFC000"/>
                          </a:solidFill>
                          <a:latin typeface="Arial" panose="020B0604020202020204" pitchFamily="34" charset="0"/>
                          <a:cs typeface="Arial" panose="020B0604020202020204" pitchFamily="34" charset="0"/>
                        </a:rPr>
                        <a:t>Photos</a:t>
                      </a:r>
                    </a:p>
                    <a:p>
                      <a:pPr marL="0" marR="0" lvl="0" indent="0" algn="l" defTabSz="977900" rtl="0" eaLnBrk="1" fontAlgn="auto" latinLnBrk="0" hangingPunct="1">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solidFill>
                            <a:srgbClr val="D9D9D9"/>
                          </a:solidFill>
                          <a:effectLst/>
                          <a:uLnTx/>
                          <a:uFillTx/>
                          <a:latin typeface="Arial"/>
                          <a:ea typeface="+mn-ea"/>
                          <a:cs typeface="Arial"/>
                        </a:rPr>
                        <a:t>You can add photos by dragging and dropping from your desktop, copy and paste, or by going to INSERT &gt; PICTURES. Resize images proportionally by holding down the SHIFT key and dragging one of the white corner handles (dots). For a professional-looking poster, do not distort your images by stretching them disproportionally.</a:t>
                      </a:r>
                    </a:p>
                  </a:txBody>
                  <a:tcPr marL="50800" marR="25400" marT="28575" marB="9525">
                    <a:solidFill>
                      <a:srgbClr val="010101"/>
                    </a:solidFill>
                  </a:tcPr>
                </a:tc>
                <a:tc hMerge="1">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2200" noProof="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0005"/>
                  </a:ext>
                </a:extLst>
              </a:tr>
              <a:tr h="477744">
                <a:tc gridSpan="2">
                  <a:txBody>
                    <a:bodyPr/>
                    <a:lstStyle/>
                    <a:p>
                      <a:endParaRPr lang="en-US" sz="400" dirty="0">
                        <a:solidFill>
                          <a:schemeClr val="bg1"/>
                        </a:solidFill>
                        <a:latin typeface="Arial" panose="020B0604020202020204" pitchFamily="34" charset="0"/>
                        <a:cs typeface="Arial" panose="020B0604020202020204" pitchFamily="34" charset="0"/>
                      </a:endParaRPr>
                    </a:p>
                  </a:txBody>
                  <a:tcPr marL="50800" marR="25400" marT="28575" marB="9525">
                    <a:blipFill rotWithShape="1">
                      <a:blip r:embed="rId5"/>
                      <a:stretch>
                        <a:fillRect/>
                      </a:stretch>
                    </a:blipFill>
                  </a:tcPr>
                </a:tc>
                <a:tc hMerge="1">
                  <a:txBody>
                    <a:bodyPr/>
                    <a:lstStyle/>
                    <a:p>
                      <a:endParaRPr lang="en-US" sz="2400" dirty="0">
                        <a:solidFill>
                          <a:srgbClr val="1F3A4E"/>
                        </a:solidFill>
                      </a:endParaRPr>
                    </a:p>
                  </a:txBody>
                  <a:tcPr/>
                </a:tc>
                <a:extLst>
                  <a:ext uri="{0D108BD9-81ED-4DB2-BD59-A6C34878D82A}">
                    <a16:rowId xmlns:a16="http://schemas.microsoft.com/office/drawing/2014/main" val="10006"/>
                  </a:ext>
                </a:extLst>
              </a:tr>
              <a:tr h="266724">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500" b="1" noProof="0" dirty="0">
                          <a:solidFill>
                            <a:srgbClr val="FFC000"/>
                          </a:solidFill>
                          <a:latin typeface="Arial"/>
                          <a:cs typeface="Arial"/>
                        </a:rPr>
                        <a:t>Quality check your graphics</a:t>
                      </a:r>
                    </a:p>
                    <a:p>
                      <a:pPr marL="0" marR="0" lvl="0" indent="0" algn="l" defTabSz="1518341" rtl="0" eaLnBrk="1" fontAlgn="auto" latinLnBrk="0" hangingPunct="1">
                        <a:lnSpc>
                          <a:spcPct val="100000"/>
                        </a:lnSpc>
                        <a:spcBef>
                          <a:spcPts val="0"/>
                        </a:spcBef>
                        <a:spcAft>
                          <a:spcPts val="0"/>
                        </a:spcAft>
                        <a:buClrTx/>
                        <a:buSzTx/>
                        <a:buFontTx/>
                        <a:buNone/>
                        <a:tabLst/>
                        <a:defRPr/>
                      </a:pPr>
                      <a:r>
                        <a:rPr lang="en-US" sz="400" noProof="0" dirty="0">
                          <a:solidFill>
                            <a:srgbClr val="D9D9D9"/>
                          </a:solidFill>
                          <a:latin typeface="Arial"/>
                          <a:cs typeface="Arial"/>
                        </a:rPr>
                        <a:t>Zoom in and look at your images at 100%-200% magnification. If they look clear, they will print well. </a:t>
                      </a:r>
                    </a:p>
                  </a:txBody>
                  <a:tcPr marL="50800" marR="25400" marT="28575" marB="9525">
                    <a:solidFill>
                      <a:srgbClr val="010101"/>
                    </a:solidFill>
                  </a:tcPr>
                </a:tc>
                <a:tc hMerge="1">
                  <a:txBody>
                    <a:bodyPr/>
                    <a:lstStyle/>
                    <a:p>
                      <a:endParaRPr lang="en-US" sz="2400" dirty="0">
                        <a:solidFill>
                          <a:srgbClr val="1F3A4E"/>
                        </a:solidFill>
                      </a:endParaRPr>
                    </a:p>
                  </a:txBody>
                  <a:tcPr>
                    <a:solidFill>
                      <a:schemeClr val="tx1">
                        <a:lumMod val="95000"/>
                        <a:lumOff val="5000"/>
                      </a:schemeClr>
                    </a:solidFill>
                  </a:tcPr>
                </a:tc>
                <a:extLst>
                  <a:ext uri="{0D108BD9-81ED-4DB2-BD59-A6C34878D82A}">
                    <a16:rowId xmlns:a16="http://schemas.microsoft.com/office/drawing/2014/main" val="10007"/>
                  </a:ext>
                </a:extLst>
              </a:tr>
              <a:tr h="664015">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400" noProof="0" dirty="0">
                        <a:solidFill>
                          <a:schemeClr val="bg1"/>
                        </a:solidFill>
                        <a:latin typeface="Arial"/>
                        <a:cs typeface="Arial"/>
                      </a:endParaRPr>
                    </a:p>
                  </a:txBody>
                  <a:tcPr marL="50800" marR="25400" marT="28575" marB="9525">
                    <a:blipFill rotWithShape="1">
                      <a:blip r:embed="rId6"/>
                      <a:stretch>
                        <a:fillRect/>
                      </a:stretch>
                    </a:blipFill>
                  </a:tcPr>
                </a:tc>
                <a:tc hMerge="1">
                  <a:txBody>
                    <a:bodyPr/>
                    <a:lstStyle/>
                    <a:p>
                      <a:endParaRPr lang="en-US"/>
                    </a:p>
                  </a:txBody>
                  <a:tcPr/>
                </a:tc>
                <a:extLst>
                  <a:ext uri="{0D108BD9-81ED-4DB2-BD59-A6C34878D82A}">
                    <a16:rowId xmlns:a16="http://schemas.microsoft.com/office/drawing/2014/main" val="10010"/>
                  </a:ext>
                </a:extLst>
              </a:tr>
            </a:tbl>
          </a:graphicData>
        </a:graphic>
      </p:graphicFrame>
      <p:graphicFrame>
        <p:nvGraphicFramePr>
          <p:cNvPr id="15" name="Table 14">
            <a:extLst>
              <a:ext uri="{FF2B5EF4-FFF2-40B4-BE49-F238E27FC236}">
                <a16:creationId xmlns:a16="http://schemas.microsoft.com/office/drawing/2014/main" id="{D12C2650-43B9-B245-8FE3-21F2B87DBA6E}"/>
              </a:ext>
            </a:extLst>
          </p:cNvPr>
          <p:cNvGraphicFramePr>
            <a:graphicFrameLocks noGrp="1"/>
          </p:cNvGraphicFramePr>
          <p:nvPr userDrawn="1">
            <p:extLst>
              <p:ext uri="{D42A27DB-BD31-4B8C-83A1-F6EECF244321}">
                <p14:modId xmlns:p14="http://schemas.microsoft.com/office/powerpoint/2010/main" val="2429028199"/>
              </p:ext>
            </p:extLst>
          </p:nvPr>
        </p:nvGraphicFramePr>
        <p:xfrm>
          <a:off x="12415341" y="-17656"/>
          <a:ext cx="2619496" cy="7179200"/>
        </p:xfrm>
        <a:graphic>
          <a:graphicData uri="http://schemas.openxmlformats.org/drawingml/2006/table">
            <a:tbl>
              <a:tblPr firstRow="1" bandRow="1">
                <a:tableStyleId>{5C22544A-7EE6-4342-B048-85BDC9FD1C3A}</a:tableStyleId>
              </a:tblPr>
              <a:tblGrid>
                <a:gridCol w="928843">
                  <a:extLst>
                    <a:ext uri="{9D8B030D-6E8A-4147-A177-3AD203B41FA5}">
                      <a16:colId xmlns:a16="http://schemas.microsoft.com/office/drawing/2014/main" val="20000"/>
                    </a:ext>
                  </a:extLst>
                </a:gridCol>
                <a:gridCol w="383766">
                  <a:extLst>
                    <a:ext uri="{9D8B030D-6E8A-4147-A177-3AD203B41FA5}">
                      <a16:colId xmlns:a16="http://schemas.microsoft.com/office/drawing/2014/main" val="997673227"/>
                    </a:ext>
                  </a:extLst>
                </a:gridCol>
                <a:gridCol w="1306887">
                  <a:extLst>
                    <a:ext uri="{9D8B030D-6E8A-4147-A177-3AD203B41FA5}">
                      <a16:colId xmlns:a16="http://schemas.microsoft.com/office/drawing/2014/main" val="4164475170"/>
                    </a:ext>
                  </a:extLst>
                </a:gridCol>
              </a:tblGrid>
              <a:tr h="365923">
                <a:tc gridSpan="3">
                  <a:txBody>
                    <a:bodyPr/>
                    <a:lstStyle/>
                    <a:p>
                      <a:pPr marL="0" marR="0" indent="0" algn="ctr" defTabSz="4388900" rtl="0" eaLnBrk="1" fontAlgn="auto" latinLnBrk="0" hangingPunct="1">
                        <a:lnSpc>
                          <a:spcPct val="100000"/>
                        </a:lnSpc>
                        <a:spcBef>
                          <a:spcPts val="0"/>
                        </a:spcBef>
                        <a:spcAft>
                          <a:spcPts val="0"/>
                        </a:spcAft>
                        <a:buClrTx/>
                        <a:buSzTx/>
                        <a:buFontTx/>
                        <a:buNone/>
                        <a:tabLst/>
                        <a:defRPr/>
                      </a:pPr>
                      <a:r>
                        <a:rPr lang="en-US" sz="800" b="0" spc="600" dirty="0">
                          <a:solidFill>
                            <a:srgbClr val="1F3A4E"/>
                          </a:solidFill>
                          <a:latin typeface="Arial Black" panose="020B0A04020102020204" pitchFamily="34" charset="0"/>
                        </a:rPr>
                        <a:t>QUICK START GUIDE</a:t>
                      </a:r>
                      <a:br>
                        <a:rPr lang="en-US" sz="800" b="0" spc="600" dirty="0">
                          <a:solidFill>
                            <a:srgbClr val="1F3A4E"/>
                          </a:solidFill>
                          <a:latin typeface="Arial Black" panose="020B0A04020102020204" pitchFamily="34" charset="0"/>
                        </a:rPr>
                      </a:br>
                      <a:r>
                        <a:rPr lang="en-US" sz="700" b="1" spc="0" dirty="0">
                          <a:solidFill>
                            <a:srgbClr val="FF0000"/>
                          </a:solidFill>
                          <a:latin typeface="Trebuchet MS" pitchFamily="34" charset="0"/>
                        </a:rPr>
                        <a:t>(THIS SIDEBAR WILL NOT PRINT)</a:t>
                      </a:r>
                      <a:endParaRPr lang="en-US" sz="800" b="1" spc="600" dirty="0">
                        <a:solidFill>
                          <a:schemeClr val="bg1"/>
                        </a:solidFill>
                        <a:latin typeface="Trebuchet MS" pitchFamily="34" charset="0"/>
                      </a:endParaRPr>
                    </a:p>
                  </a:txBody>
                  <a:tcPr marL="50800" marR="25400" marT="28575" marB="9525">
                    <a:solidFill>
                      <a:srgbClr val="FFC000"/>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158979">
                <a:tc gridSpan="3">
                  <a:txBody>
                    <a:bodyPr/>
                    <a:lstStyle/>
                    <a:p>
                      <a:pPr algn="l"/>
                      <a:r>
                        <a:rPr lang="en-US" sz="600" b="1" baseline="0" dirty="0">
                          <a:solidFill>
                            <a:srgbClr val="FFC000"/>
                          </a:solidFill>
                          <a:latin typeface="Arial" panose="020B0604020202020204" pitchFamily="34" charset="0"/>
                          <a:cs typeface="Arial" panose="020B0604020202020204" pitchFamily="34" charset="0"/>
                        </a:rPr>
                        <a:t>How to change the template colors</a:t>
                      </a:r>
                    </a:p>
                    <a:p>
                      <a:pPr marL="0" indent="0" algn="l" defTabSz="114300"/>
                      <a:r>
                        <a:rPr lang="en-US" sz="500" b="0" baseline="0" dirty="0">
                          <a:solidFill>
                            <a:srgbClr val="D9D9D9"/>
                          </a:solidFill>
                          <a:latin typeface="Arial" panose="020B0604020202020204" pitchFamily="34" charset="0"/>
                          <a:cs typeface="Arial" panose="020B0604020202020204" pitchFamily="34" charset="0"/>
                        </a:rPr>
                        <a:t>You can change the overall template color theme by clicking on the COLORS dropdown menu under the DESIGN tab. You can see a tutorial here: </a:t>
                      </a:r>
                      <a:r>
                        <a:rPr lang="en-US" sz="500" dirty="0">
                          <a:solidFill>
                            <a:srgbClr val="FFC000"/>
                          </a:solidFill>
                          <a:hlinkClick r:id="rId7">
                            <a:extLst>
                              <a:ext uri="{A12FA001-AC4F-418D-AE19-62706E023703}">
                                <ahyp:hlinkClr xmlns:ahyp="http://schemas.microsoft.com/office/drawing/2018/hyperlinkcolor" val="tx"/>
                              </a:ext>
                            </a:extLst>
                          </a:hlinkClick>
                        </a:rPr>
                        <a:t>https://www.posterpresentations.com/how-to-change-the-research-poster-template-colors.html</a:t>
                      </a:r>
                      <a:endParaRPr lang="en-US" sz="500" dirty="0">
                        <a:solidFill>
                          <a:srgbClr val="FFC000"/>
                        </a:solidFill>
                      </a:endParaRPr>
                    </a:p>
                    <a:p>
                      <a:pPr marL="0" indent="0" algn="l" defTabSz="114300"/>
                      <a:endParaRPr lang="en-US" sz="5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500" b="0" baseline="0" dirty="0">
                          <a:solidFill>
                            <a:srgbClr val="D9D9D9"/>
                          </a:solidFill>
                          <a:latin typeface="Arial" panose="020B0604020202020204" pitchFamily="34" charset="0"/>
                          <a:cs typeface="Arial" panose="020B0604020202020204" pitchFamily="34" charset="0"/>
                        </a:rPr>
                        <a:t>You can also manually change the color of individual elements by going to VIEW &gt; SLIDE MASTER. On the left side of your screen select the background master where you can change the template background, column sizes, etc. </a:t>
                      </a:r>
                    </a:p>
                    <a:p>
                      <a:pPr marL="0" indent="0" algn="l" defTabSz="114300"/>
                      <a:endParaRPr lang="en-US" sz="500" b="0" baseline="0" dirty="0">
                        <a:solidFill>
                          <a:srgbClr val="D9D9D9"/>
                        </a:solidFill>
                        <a:latin typeface="Arial" panose="020B0604020202020204" pitchFamily="34" charset="0"/>
                        <a:cs typeface="Arial" panose="020B0604020202020204" pitchFamily="34" charset="0"/>
                      </a:endParaRPr>
                    </a:p>
                    <a:p>
                      <a:pPr marL="0" indent="0" algn="l" defTabSz="114300"/>
                      <a:r>
                        <a:rPr lang="en-US" sz="500" b="0" baseline="0" dirty="0">
                          <a:solidFill>
                            <a:srgbClr val="D9D9D9"/>
                          </a:solidFill>
                          <a:latin typeface="Arial" panose="020B0604020202020204" pitchFamily="34" charset="0"/>
                          <a:cs typeface="Arial" panose="020B0604020202020204" pitchFamily="34" charset="0"/>
                        </a:rPr>
                        <a:t>After you finish working on the SLIDE MASTER, it is important that you go to VIEW &gt; NORMAL to continue working on your poster. </a:t>
                      </a:r>
                    </a:p>
                  </a:txBody>
                  <a:tcPr marL="50800" marR="25400" marT="28575" marB="9525">
                    <a:solidFill>
                      <a:schemeClr val="tx1"/>
                    </a:solidFill>
                  </a:tcPr>
                </a:tc>
                <a:tc hMerge="1">
                  <a:txBody>
                    <a:bodyPr/>
                    <a:lstStyle/>
                    <a:p>
                      <a:endParaRPr lang="en-US" sz="2400" dirty="0">
                        <a:solidFill>
                          <a:srgbClr val="1F3A4E"/>
                        </a:solidFill>
                      </a:endParaRPr>
                    </a:p>
                  </a:txBody>
                  <a:tcPr marL="182880" marT="137160">
                    <a:blipFill rotWithShape="1">
                      <a:blip r:embed="rId8"/>
                      <a:stretch>
                        <a:fillRect/>
                      </a:stretch>
                    </a:blipFill>
                  </a:tcPr>
                </a:tc>
                <a:tc hMerge="1">
                  <a:txBody>
                    <a:bodyPr/>
                    <a:lstStyle/>
                    <a:p>
                      <a:endParaRPr lang="en-US"/>
                    </a:p>
                  </a:txBody>
                  <a:tcPr/>
                </a:tc>
                <a:extLst>
                  <a:ext uri="{0D108BD9-81ED-4DB2-BD59-A6C34878D82A}">
                    <a16:rowId xmlns:a16="http://schemas.microsoft.com/office/drawing/2014/main" val="10001"/>
                  </a:ext>
                </a:extLst>
              </a:tr>
              <a:tr h="764108">
                <a:tc gridSpan="3">
                  <a:txBody>
                    <a:bodyPr/>
                    <a:lstStyle/>
                    <a:p>
                      <a:r>
                        <a:rPr lang="en-US" sz="600" b="1" dirty="0">
                          <a:solidFill>
                            <a:srgbClr val="FFC000"/>
                          </a:solidFill>
                          <a:latin typeface="Arial" panose="020B0604020202020204" pitchFamily="34" charset="0"/>
                          <a:cs typeface="Arial" panose="020B0604020202020204" pitchFamily="34" charset="0"/>
                        </a:rPr>
                        <a:t>How to change the column layout configuration</a:t>
                      </a:r>
                    </a:p>
                    <a:p>
                      <a:r>
                        <a:rPr lang="en-US" sz="500" dirty="0">
                          <a:solidFill>
                            <a:srgbClr val="D9D9D9"/>
                          </a:solidFill>
                          <a:latin typeface="Arial" panose="020B0604020202020204" pitchFamily="34" charset="0"/>
                          <a:cs typeface="Arial" panose="020B0604020202020204" pitchFamily="34" charset="0"/>
                        </a:rPr>
                        <a:t>You can manually change the configuration on the columns by going to VIEW &gt; SLIDE MASTER. You can delete columns, resize them or modify them as needed for your layout. </a:t>
                      </a:r>
                    </a:p>
                    <a:p>
                      <a:pPr marL="0" marR="0" indent="0" algn="l" defTabSz="3765366" rtl="0" eaLnBrk="1" fontAlgn="auto" latinLnBrk="0" hangingPunct="1">
                        <a:lnSpc>
                          <a:spcPct val="100000"/>
                        </a:lnSpc>
                        <a:spcBef>
                          <a:spcPts val="0"/>
                        </a:spcBef>
                        <a:spcAft>
                          <a:spcPts val="0"/>
                        </a:spcAft>
                        <a:buClrTx/>
                        <a:buSzTx/>
                        <a:buFontTx/>
                        <a:buNone/>
                        <a:tabLst/>
                        <a:defRPr/>
                      </a:pPr>
                      <a:r>
                        <a:rPr lang="en-US" sz="500" dirty="0">
                          <a:solidFill>
                            <a:srgbClr val="D9D9D9"/>
                          </a:solidFill>
                          <a:latin typeface="Arial" panose="020B0604020202020204" pitchFamily="34" charset="0"/>
                          <a:cs typeface="Arial" panose="020B0604020202020204" pitchFamily="34" charset="0"/>
                        </a:rPr>
                        <a:t>You can see a tutorial here: </a:t>
                      </a:r>
                      <a:r>
                        <a:rPr lang="en-US" sz="500" u="sng" dirty="0">
                          <a:solidFill>
                            <a:srgbClr val="FFC000"/>
                          </a:solidFill>
                          <a:latin typeface="Arial" panose="020B0604020202020204" pitchFamily="34" charset="0"/>
                          <a:cs typeface="Arial" panose="020B0604020202020204" pitchFamily="34" charset="0"/>
                        </a:rPr>
                        <a:t>https://www.posterpresentations.com/how-to-change-the-column-configuration.html</a:t>
                      </a:r>
                      <a:endParaRPr lang="en-US" sz="700" u="sng" dirty="0">
                        <a:solidFill>
                          <a:srgbClr val="FFC000"/>
                        </a:solidFill>
                      </a:endParaRPr>
                    </a:p>
                  </a:txBody>
                  <a:tcPr marL="50800" marR="25400" marT="28575" marB="9525">
                    <a:solidFill>
                      <a:schemeClr val="tx1"/>
                    </a:solidFill>
                  </a:tcPr>
                </a:tc>
                <a:tc hMerge="1">
                  <a:txBody>
                    <a:bodyPr/>
                    <a:lstStyle/>
                    <a:p>
                      <a:endParaRPr lang="en-US" sz="2400" dirty="0">
                        <a:solidFill>
                          <a:srgbClr val="1F3A4E"/>
                        </a:solidFill>
                      </a:endParaRPr>
                    </a:p>
                  </a:txBody>
                  <a:tcPr marL="182880" marT="137160">
                    <a:blipFill rotWithShape="1">
                      <a:blip r:embed="rId9"/>
                      <a:stretch>
                        <a:fillRect/>
                      </a:stretch>
                    </a:blipFill>
                  </a:tcPr>
                </a:tc>
                <a:tc hMerge="1">
                  <a:txBody>
                    <a:bodyPr/>
                    <a:lstStyle/>
                    <a:p>
                      <a:endParaRPr lang="en-US" dirty="0"/>
                    </a:p>
                  </a:txBody>
                  <a:tcPr marL="182880" marT="137160">
                    <a:solidFill>
                      <a:srgbClr val="010101"/>
                    </a:solidFill>
                  </a:tcPr>
                </a:tc>
                <a:extLst>
                  <a:ext uri="{0D108BD9-81ED-4DB2-BD59-A6C34878D82A}">
                    <a16:rowId xmlns:a16="http://schemas.microsoft.com/office/drawing/2014/main" val="10004"/>
                  </a:ext>
                </a:extLst>
              </a:tr>
              <a:tr h="1078557">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500" noProof="0" dirty="0">
                        <a:solidFill>
                          <a:srgbClr val="D9D9D9"/>
                        </a:solidFill>
                        <a:latin typeface="Arial" panose="020B0604020202020204" pitchFamily="34" charset="0"/>
                        <a:cs typeface="Arial" panose="020B0604020202020204" pitchFamily="34" charset="0"/>
                      </a:endParaRPr>
                    </a:p>
                  </a:txBody>
                  <a:tcPr marL="50800" marR="25400" marT="28575" marB="9525">
                    <a:blipFill dpi="0" rotWithShape="1">
                      <a:blip r:embed="rId10">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row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600" b="1" noProof="0" dirty="0">
                          <a:solidFill>
                            <a:srgbClr val="FFC000"/>
                          </a:solidFill>
                          <a:latin typeface="Arial" panose="020B0604020202020204" pitchFamily="34" charset="0"/>
                          <a:cs typeface="Arial" panose="020B0604020202020204" pitchFamily="34" charset="0"/>
                        </a:rPr>
                        <a:t>How to hide the QUICK START GUIDE bars from the sides of the template</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500" noProof="0" dirty="0">
                          <a:solidFill>
                            <a:srgbClr val="D9D9D9"/>
                          </a:solidFill>
                          <a:latin typeface="Arial" panose="020B0604020202020204" pitchFamily="34" charset="0"/>
                          <a:cs typeface="Arial" panose="020B0604020202020204" pitchFamily="34" charset="0"/>
                        </a:rPr>
                        <a:t>The Quick Start</a:t>
                      </a:r>
                      <a:r>
                        <a:rPr lang="en-US" sz="500" baseline="0" noProof="0" dirty="0">
                          <a:solidFill>
                            <a:srgbClr val="D9D9D9"/>
                          </a:solidFill>
                          <a:latin typeface="Arial" panose="020B0604020202020204" pitchFamily="34" charset="0"/>
                          <a:cs typeface="Arial" panose="020B0604020202020204" pitchFamily="34" charset="0"/>
                        </a:rPr>
                        <a:t> Guides</a:t>
                      </a:r>
                      <a:r>
                        <a:rPr lang="en-US" sz="500" noProof="0" dirty="0">
                          <a:solidFill>
                            <a:srgbClr val="D9D9D9"/>
                          </a:solidFill>
                          <a:latin typeface="Arial" panose="020B0604020202020204" pitchFamily="34" charset="0"/>
                          <a:cs typeface="Arial" panose="020B0604020202020204" pitchFamily="34" charset="0"/>
                        </a:rPr>
                        <a:t> </a:t>
                      </a:r>
                      <a:r>
                        <a:rPr lang="en-US" sz="500" u="sng" noProof="0" dirty="0">
                          <a:solidFill>
                            <a:srgbClr val="D9D9D9"/>
                          </a:solidFill>
                          <a:latin typeface="Arial" panose="020B0604020202020204" pitchFamily="34" charset="0"/>
                          <a:cs typeface="Arial" panose="020B0604020202020204" pitchFamily="34" charset="0"/>
                        </a:rPr>
                        <a:t>are outside the template’s printable area</a:t>
                      </a:r>
                      <a:r>
                        <a:rPr lang="en-US" sz="500" noProof="0" dirty="0">
                          <a:solidFill>
                            <a:srgbClr val="D9D9D9"/>
                          </a:solidFill>
                          <a:latin typeface="Arial" panose="020B0604020202020204" pitchFamily="34" charset="0"/>
                          <a:cs typeface="Arial" panose="020B0604020202020204" pitchFamily="34" charset="0"/>
                        </a:rPr>
                        <a:t> and they will not be on the printed poster</a:t>
                      </a:r>
                      <a:r>
                        <a:rPr lang="en-US" sz="500" baseline="0" noProof="0" dirty="0">
                          <a:solidFill>
                            <a:srgbClr val="D9D9D9"/>
                          </a:solidFill>
                          <a:latin typeface="Arial" panose="020B0604020202020204" pitchFamily="34" charset="0"/>
                          <a:cs typeface="Arial" panose="020B0604020202020204" pitchFamily="34" charset="0"/>
                        </a:rPr>
                        <a:t>. </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5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500" baseline="0" noProof="0" dirty="0">
                          <a:solidFill>
                            <a:srgbClr val="D9D9D9"/>
                          </a:solidFill>
                          <a:latin typeface="Arial" panose="020B0604020202020204" pitchFamily="34" charset="0"/>
                          <a:cs typeface="Arial" panose="020B0604020202020204" pitchFamily="34" charset="0"/>
                        </a:rPr>
                        <a:t>If you create a PDF file from your template, the guides will not be included.</a:t>
                      </a: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500" baseline="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r>
                        <a:rPr lang="en-US" sz="500" baseline="0" noProof="0" dirty="0">
                          <a:solidFill>
                            <a:srgbClr val="D9D9D9"/>
                          </a:solidFill>
                          <a:latin typeface="Arial" panose="020B0604020202020204" pitchFamily="34" charset="0"/>
                          <a:cs typeface="Arial" panose="020B0604020202020204" pitchFamily="34" charset="0"/>
                        </a:rPr>
                        <a:t>To hide the guides click on the </a:t>
                      </a:r>
                      <a:r>
                        <a:rPr lang="en-US" sz="500" b="1" baseline="0" noProof="0" dirty="0">
                          <a:solidFill>
                            <a:srgbClr val="D9D9D9"/>
                          </a:solidFill>
                          <a:latin typeface="Arial" panose="020B0604020202020204" pitchFamily="34" charset="0"/>
                          <a:cs typeface="Arial" panose="020B0604020202020204" pitchFamily="34" charset="0"/>
                        </a:rPr>
                        <a:t>Home</a:t>
                      </a:r>
                      <a:r>
                        <a:rPr lang="en-US" sz="500" baseline="0" noProof="0" dirty="0">
                          <a:solidFill>
                            <a:srgbClr val="D9D9D9"/>
                          </a:solidFill>
                          <a:latin typeface="Arial" panose="020B0604020202020204" pitchFamily="34" charset="0"/>
                          <a:cs typeface="Arial" panose="020B0604020202020204" pitchFamily="34" charset="0"/>
                        </a:rPr>
                        <a:t> tab (top of the screen) and then click on the </a:t>
                      </a:r>
                      <a:r>
                        <a:rPr lang="en-US" sz="500" b="1" baseline="0" noProof="0" dirty="0">
                          <a:solidFill>
                            <a:srgbClr val="D9D9D9"/>
                          </a:solidFill>
                          <a:latin typeface="Arial" panose="020B0604020202020204" pitchFamily="34" charset="0"/>
                          <a:cs typeface="Arial" panose="020B0604020202020204" pitchFamily="34" charset="0"/>
                        </a:rPr>
                        <a:t>Layout</a:t>
                      </a:r>
                      <a:r>
                        <a:rPr lang="en-US" sz="500" baseline="0" noProof="0" dirty="0">
                          <a:solidFill>
                            <a:srgbClr val="D9D9D9"/>
                          </a:solidFill>
                          <a:latin typeface="Arial" panose="020B0604020202020204" pitchFamily="34" charset="0"/>
                          <a:cs typeface="Arial" panose="020B0604020202020204" pitchFamily="34" charset="0"/>
                        </a:rPr>
                        <a:t> button below to see the available layouts. Choose the </a:t>
                      </a:r>
                      <a:r>
                        <a:rPr lang="en-US" sz="500" b="1" baseline="0" noProof="0" dirty="0">
                          <a:solidFill>
                            <a:srgbClr val="D9D9D9"/>
                          </a:solidFill>
                          <a:latin typeface="Arial" panose="020B0604020202020204" pitchFamily="34" charset="0"/>
                          <a:cs typeface="Arial" panose="020B0604020202020204" pitchFamily="34" charset="0"/>
                        </a:rPr>
                        <a:t>Without Guides </a:t>
                      </a:r>
                      <a:r>
                        <a:rPr lang="en-US" sz="500" b="0" baseline="0" noProof="0" dirty="0">
                          <a:solidFill>
                            <a:srgbClr val="D9D9D9"/>
                          </a:solidFill>
                          <a:latin typeface="Arial" panose="020B0604020202020204" pitchFamily="34" charset="0"/>
                          <a:cs typeface="Arial" panose="020B0604020202020204" pitchFamily="34" charset="0"/>
                        </a:rPr>
                        <a:t>layout</a:t>
                      </a:r>
                      <a:r>
                        <a:rPr lang="en-US" sz="500" baseline="0" noProof="0" dirty="0">
                          <a:solidFill>
                            <a:srgbClr val="D9D9D9"/>
                          </a:solidFill>
                          <a:latin typeface="Arial" panose="020B0604020202020204" pitchFamily="34" charset="0"/>
                          <a:cs typeface="Arial" panose="020B0604020202020204" pitchFamily="34" charset="0"/>
                        </a:rPr>
                        <a:t>.</a:t>
                      </a:r>
                      <a:endParaRPr lang="en-US" sz="500" noProof="0" dirty="0">
                        <a:solidFill>
                          <a:srgbClr val="D9D9D9"/>
                        </a:solidFill>
                        <a:latin typeface="Arial" panose="020B0604020202020204" pitchFamily="34" charset="0"/>
                        <a:cs typeface="Arial" panose="020B0604020202020204" pitchFamily="34" charset="0"/>
                      </a:endParaRPr>
                    </a:p>
                    <a:p>
                      <a:pPr marL="0" marR="0" lvl="0" indent="0" algn="l" defTabSz="114300" rtl="0" eaLnBrk="1" fontAlgn="auto" latinLnBrk="0" hangingPunct="1">
                        <a:lnSpc>
                          <a:spcPct val="100000"/>
                        </a:lnSpc>
                        <a:spcBef>
                          <a:spcPts val="0"/>
                        </a:spcBef>
                        <a:spcAft>
                          <a:spcPts val="0"/>
                        </a:spcAft>
                        <a:buClrTx/>
                        <a:buSzTx/>
                        <a:buFontTx/>
                        <a:buNone/>
                        <a:tabLst/>
                        <a:defRPr/>
                      </a:pPr>
                      <a:endParaRPr lang="en-US" sz="500" noProof="0" dirty="0">
                        <a:solidFill>
                          <a:srgbClr val="D9D9D9"/>
                        </a:solidFill>
                        <a:latin typeface="Arial" panose="020B0604020202020204" pitchFamily="34" charset="0"/>
                        <a:cs typeface="Arial" panose="020B0604020202020204" pitchFamily="34" charset="0"/>
                      </a:endParaRPr>
                    </a:p>
                  </a:txBody>
                  <a:tcPr marL="50800" marR="25400" marT="28575" marB="9525">
                    <a:solidFill>
                      <a:srgbClr val="010101"/>
                    </a:solidFill>
                  </a:tcPr>
                </a:tc>
                <a:extLst>
                  <a:ext uri="{0D108BD9-81ED-4DB2-BD59-A6C34878D82A}">
                    <a16:rowId xmlns:a16="http://schemas.microsoft.com/office/drawing/2014/main" val="10005"/>
                  </a:ext>
                </a:extLst>
              </a:tr>
              <a:tr h="601735">
                <a:tc gridSpan="2">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endParaRPr lang="en-US" sz="500" noProof="0" dirty="0">
                        <a:solidFill>
                          <a:srgbClr val="D9D9D9"/>
                        </a:solidFill>
                        <a:latin typeface="Arial" panose="020B0604020202020204" pitchFamily="34" charset="0"/>
                        <a:cs typeface="Arial" panose="020B0604020202020204" pitchFamily="34" charset="0"/>
                      </a:endParaRPr>
                    </a:p>
                  </a:txBody>
                  <a:tcPr marL="50800" marR="25400" marT="28575" marB="9525">
                    <a:solidFill>
                      <a:srgbClr val="010101"/>
                    </a:solidFill>
                  </a:tcPr>
                </a:tc>
                <a:tc hMerge="1">
                  <a:txBody>
                    <a:bodyPr/>
                    <a:lstStyle/>
                    <a:p>
                      <a:endParaRPr lang="en-US"/>
                    </a:p>
                  </a:txBody>
                  <a:tcPr/>
                </a:tc>
                <a:tc vMerge="1">
                  <a:txBody>
                    <a:bodyPr/>
                    <a:lstStyle/>
                    <a:p>
                      <a:endParaRPr lang="en-US"/>
                    </a:p>
                  </a:txBody>
                  <a:tcPr/>
                </a:tc>
                <a:extLst>
                  <a:ext uri="{0D108BD9-81ED-4DB2-BD59-A6C34878D82A}">
                    <a16:rowId xmlns:a16="http://schemas.microsoft.com/office/drawing/2014/main" val="1766341567"/>
                  </a:ext>
                </a:extLst>
              </a:tr>
              <a:tr h="787797">
                <a:tc gridSpan="2">
                  <a:txBody>
                    <a:bodyPr/>
                    <a:lstStyle/>
                    <a:p>
                      <a:r>
                        <a:rPr lang="en-US" sz="600" b="1" dirty="0">
                          <a:solidFill>
                            <a:srgbClr val="FFC000"/>
                          </a:solidFill>
                          <a:latin typeface="Arial" panose="020B0604020202020204" pitchFamily="34" charset="0"/>
                          <a:cs typeface="Arial" panose="020B0604020202020204" pitchFamily="34" charset="0"/>
                        </a:rPr>
                        <a:t>How to</a:t>
                      </a:r>
                      <a:r>
                        <a:rPr lang="en-US" sz="600" b="1" baseline="0" dirty="0">
                          <a:solidFill>
                            <a:srgbClr val="FFC000"/>
                          </a:solidFill>
                          <a:latin typeface="Arial" panose="020B0604020202020204" pitchFamily="34" charset="0"/>
                          <a:cs typeface="Arial" panose="020B0604020202020204" pitchFamily="34" charset="0"/>
                        </a:rPr>
                        <a:t> preview your poster prior to printing</a:t>
                      </a:r>
                      <a:endParaRPr lang="en-US" sz="600" b="1" dirty="0">
                        <a:solidFill>
                          <a:srgbClr val="FFC000"/>
                        </a:solidFill>
                        <a:latin typeface="Arial" panose="020B0604020202020204" pitchFamily="34" charset="0"/>
                        <a:cs typeface="Arial" panose="020B0604020202020204" pitchFamily="34" charset="0"/>
                      </a:endParaRPr>
                    </a:p>
                    <a:p>
                      <a:r>
                        <a:rPr lang="en-US" sz="500" dirty="0">
                          <a:solidFill>
                            <a:srgbClr val="D9D9D9"/>
                          </a:solidFill>
                          <a:latin typeface="Arial" panose="020B0604020202020204" pitchFamily="34" charset="0"/>
                          <a:cs typeface="Arial" panose="020B0604020202020204" pitchFamily="34" charset="0"/>
                        </a:rPr>
                        <a:t>You can preview your poster at any time by pressing the </a:t>
                      </a:r>
                      <a:r>
                        <a:rPr lang="en-US" sz="500" dirty="0">
                          <a:solidFill>
                            <a:srgbClr val="FFC000"/>
                          </a:solidFill>
                          <a:latin typeface="Arial" panose="020B0604020202020204" pitchFamily="34" charset="0"/>
                          <a:cs typeface="Arial" panose="020B0604020202020204" pitchFamily="34" charset="0"/>
                        </a:rPr>
                        <a:t>F5 key</a:t>
                      </a:r>
                      <a:r>
                        <a:rPr lang="en-US" sz="500" dirty="0">
                          <a:solidFill>
                            <a:srgbClr val="D9D9D9"/>
                          </a:solidFill>
                          <a:latin typeface="Arial" panose="020B0604020202020204" pitchFamily="34" charset="0"/>
                          <a:cs typeface="Arial" panose="020B0604020202020204" pitchFamily="34" charset="0"/>
                        </a:rPr>
                        <a:t> on your keyboard. You will see on the screen what's on your poster and how it should look when printed. Press the </a:t>
                      </a:r>
                      <a:r>
                        <a:rPr lang="en-US" sz="500" dirty="0">
                          <a:solidFill>
                            <a:srgbClr val="FFC000"/>
                          </a:solidFill>
                          <a:latin typeface="Arial" panose="020B0604020202020204" pitchFamily="34" charset="0"/>
                          <a:cs typeface="Arial" panose="020B0604020202020204" pitchFamily="34" charset="0"/>
                        </a:rPr>
                        <a:t>ESC key </a:t>
                      </a:r>
                      <a:r>
                        <a:rPr lang="en-US" sz="500" dirty="0">
                          <a:solidFill>
                            <a:srgbClr val="D9D9D9"/>
                          </a:solidFill>
                          <a:latin typeface="Arial" panose="020B0604020202020204" pitchFamily="34" charset="0"/>
                          <a:cs typeface="Arial" panose="020B0604020202020204" pitchFamily="34" charset="0"/>
                        </a:rPr>
                        <a:t>to exit Preview.</a:t>
                      </a:r>
                    </a:p>
                  </a:txBody>
                  <a:tcPr marL="50800" marR="25400" marT="28575" marB="9525">
                    <a:solidFill>
                      <a:srgbClr val="010101"/>
                    </a:solidFill>
                  </a:tcPr>
                </a:tc>
                <a:tc hMerge="1">
                  <a:txBody>
                    <a:bodyPr/>
                    <a:lstStyle/>
                    <a:p>
                      <a:endParaRPr lang="en-US"/>
                    </a:p>
                  </a:txBody>
                  <a:tcPr/>
                </a:tc>
                <a:tc>
                  <a:txBody>
                    <a:bodyPr/>
                    <a:lstStyle/>
                    <a:p>
                      <a:pPr algn="ctr"/>
                      <a:r>
                        <a:rPr lang="en-US" sz="2400" b="1" dirty="0">
                          <a:solidFill>
                            <a:srgbClr val="D9D9D9"/>
                          </a:solidFill>
                          <a:latin typeface="Arial" panose="020B0604020202020204" pitchFamily="34" charset="0"/>
                          <a:cs typeface="Arial" panose="020B0604020202020204" pitchFamily="34" charset="0"/>
                        </a:rPr>
                        <a:t>F5</a:t>
                      </a:r>
                      <a:r>
                        <a:rPr lang="en-US" sz="500" baseline="0" dirty="0">
                          <a:solidFill>
                            <a:srgbClr val="D9D9D9"/>
                          </a:solidFill>
                          <a:latin typeface="Arial" panose="020B0604020202020204" pitchFamily="34" charset="0"/>
                          <a:cs typeface="Arial" panose="020B0604020202020204" pitchFamily="34" charset="0"/>
                        </a:rPr>
                        <a:t> </a:t>
                      </a:r>
                      <a:endParaRPr lang="en-US" sz="700" dirty="0"/>
                    </a:p>
                  </a:txBody>
                  <a:tcPr marL="50800" marR="25400" marT="28575" marB="9525" anchor="ctr">
                    <a:solidFill>
                      <a:schemeClr val="tx1">
                        <a:lumMod val="95000"/>
                        <a:lumOff val="5000"/>
                      </a:schemeClr>
                    </a:solidFill>
                  </a:tcPr>
                </a:tc>
                <a:extLst>
                  <a:ext uri="{0D108BD9-81ED-4DB2-BD59-A6C34878D82A}">
                    <a16:rowId xmlns:a16="http://schemas.microsoft.com/office/drawing/2014/main" val="10006"/>
                  </a:ext>
                </a:extLst>
              </a:tr>
              <a:tr h="1182085">
                <a:tc gridSpan="3">
                  <a:txBody>
                    <a:bodyPr/>
                    <a:lstStyle/>
                    <a:p>
                      <a:pPr marL="0" marR="0" lvl="0" indent="0" algn="l" defTabSz="1518341" rtl="0" eaLnBrk="1" fontAlgn="auto" latinLnBrk="0" hangingPunct="1">
                        <a:lnSpc>
                          <a:spcPct val="100000"/>
                        </a:lnSpc>
                        <a:spcBef>
                          <a:spcPts val="0"/>
                        </a:spcBef>
                        <a:spcAft>
                          <a:spcPts val="0"/>
                        </a:spcAft>
                        <a:buClrTx/>
                        <a:buSzTx/>
                        <a:buFontTx/>
                        <a:buNone/>
                        <a:tabLst/>
                        <a:defRPr/>
                      </a:pPr>
                      <a:r>
                        <a:rPr lang="en-US" sz="600" b="1" noProof="0" dirty="0">
                          <a:solidFill>
                            <a:srgbClr val="FFC000"/>
                          </a:solidFill>
                          <a:latin typeface="Arial"/>
                          <a:cs typeface="Arial"/>
                        </a:rPr>
                        <a:t>How to print your poster</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500" noProof="0" dirty="0">
                          <a:solidFill>
                            <a:srgbClr val="D9D9D9"/>
                          </a:solidFill>
                          <a:latin typeface="Arial"/>
                          <a:cs typeface="Arial"/>
                        </a:rPr>
                        <a:t>When you are ready to have your poster printed go online to </a:t>
                      </a:r>
                      <a:r>
                        <a:rPr lang="en-US" sz="500" noProof="0" dirty="0">
                          <a:solidFill>
                            <a:srgbClr val="FFC000"/>
                          </a:solidFill>
                          <a:latin typeface="Arial"/>
                          <a:cs typeface="Arial"/>
                        </a:rPr>
                        <a:t>PosterPresentations.com</a:t>
                      </a:r>
                      <a:r>
                        <a:rPr lang="en-US" sz="500" noProof="0" dirty="0">
                          <a:solidFill>
                            <a:srgbClr val="D9D9D9"/>
                          </a:solidFill>
                          <a:latin typeface="Arial"/>
                          <a:cs typeface="Arial"/>
                        </a:rPr>
                        <a:t> and click on the "</a:t>
                      </a:r>
                      <a:r>
                        <a:rPr lang="en-US" sz="500" noProof="0" dirty="0">
                          <a:solidFill>
                            <a:srgbClr val="FFC000"/>
                          </a:solidFill>
                          <a:latin typeface="Arial"/>
                          <a:cs typeface="Arial"/>
                        </a:rPr>
                        <a:t>Order Your Poster</a:t>
                      </a:r>
                      <a:r>
                        <a:rPr lang="en-US" sz="500" noProof="0" dirty="0">
                          <a:solidFill>
                            <a:srgbClr val="D9D9D9"/>
                          </a:solidFill>
                          <a:latin typeface="Arial"/>
                          <a:cs typeface="Arial"/>
                        </a:rPr>
                        <a:t>" button. You can have your poster printed on professional papers, fabric for easy traveling and a variety of other materials. </a:t>
                      </a:r>
                    </a:p>
                    <a:p>
                      <a:pPr marL="0" marR="0" lvl="0" indent="0" algn="l" defTabSz="114300" rtl="0" eaLnBrk="1" fontAlgn="auto" latinLnBrk="0" hangingPunct="1">
                        <a:lnSpc>
                          <a:spcPct val="100000"/>
                        </a:lnSpc>
                        <a:spcBef>
                          <a:spcPts val="0"/>
                        </a:spcBef>
                        <a:spcAft>
                          <a:spcPts val="0"/>
                        </a:spcAft>
                        <a:buClrTx/>
                        <a:buSzTx/>
                        <a:buFontTx/>
                        <a:buNone/>
                        <a:tabLst/>
                        <a:defRPr/>
                      </a:pPr>
                      <a:r>
                        <a:rPr lang="en-US" sz="500" noProof="0" dirty="0">
                          <a:solidFill>
                            <a:srgbClr val="D9D9D9"/>
                          </a:solidFill>
                          <a:latin typeface="Arial"/>
                          <a:cs typeface="Arial"/>
                        </a:rPr>
                        <a:t>If you submit a PowerPoint document, you will be receiving a PDF proof for your approval prior to printing. If your order is placed and paid for before noon (Pacific time) Monday-Friday, your order will ship out that same day. FedEx Next day, Second day, Third day, and Free Ground services are offered. </a:t>
                      </a:r>
                    </a:p>
                    <a:p>
                      <a:pPr marL="0" marR="0" lvl="0" indent="0" algn="l" defTabSz="114300" rtl="0" eaLnBrk="1" fontAlgn="auto" latinLnBrk="0" hangingPunct="1">
                        <a:lnSpc>
                          <a:spcPct val="100000"/>
                        </a:lnSpc>
                        <a:spcBef>
                          <a:spcPts val="0"/>
                        </a:spcBef>
                        <a:spcAft>
                          <a:spcPts val="0"/>
                        </a:spcAft>
                        <a:buClrTx/>
                        <a:buSzTx/>
                        <a:buFontTx/>
                        <a:buNone/>
                        <a:tabLst/>
                        <a:defRPr/>
                      </a:pPr>
                      <a:br>
                        <a:rPr lang="en-US" sz="500" noProof="0" dirty="0">
                          <a:solidFill>
                            <a:srgbClr val="D9D9D9"/>
                          </a:solidFill>
                          <a:latin typeface="Arial"/>
                          <a:cs typeface="Arial"/>
                        </a:rPr>
                      </a:br>
                      <a:r>
                        <a:rPr lang="en-US" sz="500" noProof="0" dirty="0">
                          <a:solidFill>
                            <a:srgbClr val="D9D9D9"/>
                          </a:solidFill>
                          <a:latin typeface="Arial"/>
                          <a:cs typeface="Arial"/>
                        </a:rPr>
                        <a:t>Go to </a:t>
                      </a:r>
                      <a:r>
                        <a:rPr lang="en-US" sz="500" noProof="0" dirty="0">
                          <a:solidFill>
                            <a:srgbClr val="FFC000"/>
                          </a:solidFill>
                          <a:latin typeface="Arial"/>
                          <a:cs typeface="Arial"/>
                        </a:rPr>
                        <a:t>PosterPresentations.com</a:t>
                      </a:r>
                      <a:r>
                        <a:rPr lang="en-US" sz="500" noProof="0" dirty="0">
                          <a:solidFill>
                            <a:srgbClr val="D9D9D9"/>
                          </a:solidFill>
                          <a:latin typeface="Arial"/>
                          <a:cs typeface="Arial"/>
                        </a:rPr>
                        <a:t> for more information.</a:t>
                      </a:r>
                    </a:p>
                  </a:txBody>
                  <a:tcPr marL="50800" marR="25400" marT="28575" marB="9525">
                    <a:solidFill>
                      <a:srgbClr val="01010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282245">
                <a:tc gridSpan="3">
                  <a:txBody>
                    <a:bodyPr/>
                    <a:lstStyle/>
                    <a:p>
                      <a:endParaRPr lang="en-US" sz="500" dirty="0">
                        <a:solidFill>
                          <a:srgbClr val="1F3A4E"/>
                        </a:solidFill>
                      </a:endParaRPr>
                    </a:p>
                  </a:txBody>
                  <a:tcPr marL="50800" marR="25400" marT="28575" marB="9525">
                    <a:blipFill dpi="0" rotWithShape="1">
                      <a:blip r:embed="rId11">
                        <a:extLst>
                          <a:ext uri="{28A0092B-C50C-407E-A947-70E740481C1C}">
                            <a14:useLocalDpi xmlns:a14="http://schemas.microsoft.com/office/drawing/2010/main" val="0"/>
                          </a:ext>
                        </a:extLst>
                      </a:blip>
                      <a:srcRect/>
                      <a:stretch>
                        <a:fillRect/>
                      </a:stretch>
                    </a:blip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8"/>
                  </a:ext>
                </a:extLst>
              </a:tr>
              <a:tr h="669209">
                <a:tc>
                  <a:txBody>
                    <a:bodyPr/>
                    <a:lstStyle/>
                    <a:p>
                      <a:pPr>
                        <a:lnSpc>
                          <a:spcPts val="2600"/>
                        </a:lnSpc>
                      </a:pPr>
                      <a:r>
                        <a:rPr lang="en-US" sz="400" dirty="0">
                          <a:solidFill>
                            <a:schemeClr val="bg1">
                              <a:lumMod val="85000"/>
                            </a:schemeClr>
                          </a:solidFill>
                          <a:latin typeface="Arial"/>
                          <a:cs typeface="Arial"/>
                        </a:rPr>
                        <a:t>© 2019</a:t>
                      </a:r>
                      <a:r>
                        <a:rPr lang="en-US" sz="400" baseline="0" dirty="0">
                          <a:solidFill>
                            <a:schemeClr val="bg1">
                              <a:lumMod val="85000"/>
                            </a:schemeClr>
                          </a:solidFill>
                          <a:latin typeface="Arial"/>
                          <a:cs typeface="Arial"/>
                        </a:rPr>
                        <a:t> </a:t>
                      </a:r>
                      <a:r>
                        <a:rPr lang="en-US" sz="400" dirty="0">
                          <a:solidFill>
                            <a:schemeClr val="bg1">
                              <a:lumMod val="85000"/>
                            </a:schemeClr>
                          </a:solidFill>
                          <a:latin typeface="Arial"/>
                          <a:cs typeface="Arial"/>
                        </a:rPr>
                        <a:t>PosterPresentations.com</a:t>
                      </a:r>
                      <a:br>
                        <a:rPr lang="en-US" sz="400" dirty="0">
                          <a:solidFill>
                            <a:schemeClr val="bg1">
                              <a:lumMod val="85000"/>
                            </a:schemeClr>
                          </a:solidFill>
                          <a:latin typeface="Arial"/>
                          <a:cs typeface="Arial"/>
                        </a:rPr>
                      </a:br>
                      <a:r>
                        <a:rPr lang="en-US" sz="400" dirty="0">
                          <a:solidFill>
                            <a:schemeClr val="bg1">
                              <a:lumMod val="85000"/>
                            </a:schemeClr>
                          </a:solidFill>
                          <a:latin typeface="Arial"/>
                          <a:cs typeface="Arial"/>
                        </a:rPr>
                        <a:t>2117 Fourth Street ,</a:t>
                      </a:r>
                      <a:r>
                        <a:rPr lang="en-US" sz="400" baseline="0" dirty="0">
                          <a:solidFill>
                            <a:schemeClr val="bg1">
                              <a:lumMod val="85000"/>
                            </a:schemeClr>
                          </a:solidFill>
                          <a:latin typeface="Arial"/>
                          <a:cs typeface="Arial"/>
                        </a:rPr>
                        <a:t> STE C        </a:t>
                      </a:r>
                    </a:p>
                    <a:p>
                      <a:pPr>
                        <a:lnSpc>
                          <a:spcPts val="2600"/>
                        </a:lnSpc>
                      </a:pPr>
                      <a:r>
                        <a:rPr lang="en-US" sz="400" baseline="0" dirty="0">
                          <a:solidFill>
                            <a:schemeClr val="bg1">
                              <a:lumMod val="85000"/>
                            </a:schemeClr>
                          </a:solidFill>
                          <a:latin typeface="Arial"/>
                          <a:cs typeface="Arial"/>
                        </a:rPr>
                        <a:t>Berkeley CA 94710 USA</a:t>
                      </a:r>
                      <a:endParaRPr lang="en-US" sz="400" dirty="0">
                        <a:solidFill>
                          <a:schemeClr val="bg1">
                            <a:lumMod val="85000"/>
                          </a:schemeClr>
                        </a:solidFill>
                        <a:latin typeface="Arial"/>
                        <a:cs typeface="Arial"/>
                      </a:endParaRPr>
                    </a:p>
                  </a:txBody>
                  <a:tcPr marL="50800" marR="25400" marT="28575" marB="9525">
                    <a:solidFill>
                      <a:srgbClr val="010101"/>
                    </a:solidFill>
                  </a:tcPr>
                </a:tc>
                <a:tc gridSpan="2">
                  <a:txBody>
                    <a:bodyPr/>
                    <a:lstStyle/>
                    <a:p>
                      <a:pPr marL="0" marR="0" indent="0" algn="l" defTabSz="4388900" rtl="0" eaLnBrk="1" fontAlgn="auto" latinLnBrk="0" hangingPunct="1">
                        <a:lnSpc>
                          <a:spcPct val="100000"/>
                        </a:lnSpc>
                        <a:spcBef>
                          <a:spcPts val="0"/>
                        </a:spcBef>
                        <a:spcAft>
                          <a:spcPts val="0"/>
                        </a:spcAft>
                        <a:buClrTx/>
                        <a:buSzTx/>
                        <a:buFontTx/>
                        <a:buNone/>
                        <a:tabLst/>
                        <a:defRPr/>
                      </a:pPr>
                      <a:r>
                        <a:rPr lang="en-US" sz="500" b="1" dirty="0">
                          <a:solidFill>
                            <a:srgbClr val="D0D0D0"/>
                          </a:solidFill>
                          <a:latin typeface="Arial"/>
                          <a:cs typeface="Arial"/>
                        </a:rPr>
                        <a:t>For complete tutorials</a:t>
                      </a:r>
                      <a:r>
                        <a:rPr lang="en-US" sz="500" b="1" baseline="0" dirty="0">
                          <a:solidFill>
                            <a:srgbClr val="D0D0D0"/>
                          </a:solidFill>
                          <a:latin typeface="Arial"/>
                          <a:cs typeface="Arial"/>
                        </a:rPr>
                        <a:t> visit:</a:t>
                      </a:r>
                    </a:p>
                    <a:p>
                      <a:pPr marL="0" marR="0" indent="0" algn="l" defTabSz="4388900" rtl="0" eaLnBrk="1" fontAlgn="auto" latinLnBrk="0" hangingPunct="1">
                        <a:lnSpc>
                          <a:spcPct val="100000"/>
                        </a:lnSpc>
                        <a:spcBef>
                          <a:spcPts val="0"/>
                        </a:spcBef>
                        <a:spcAft>
                          <a:spcPts val="0"/>
                        </a:spcAft>
                        <a:buClrTx/>
                        <a:buSzTx/>
                        <a:buFontTx/>
                        <a:buNone/>
                        <a:tabLst/>
                        <a:defRPr/>
                      </a:pPr>
                      <a:r>
                        <a:rPr lang="en-US" sz="400" b="1" dirty="0">
                          <a:solidFill>
                            <a:srgbClr val="FFC000"/>
                          </a:solidFill>
                          <a:latin typeface="Arial"/>
                          <a:cs typeface="Arial"/>
                        </a:rPr>
                        <a:t>https://www.posterpresentations.com/helpdesk.html</a:t>
                      </a:r>
                      <a:endParaRPr lang="en-US" sz="400" dirty="0">
                        <a:solidFill>
                          <a:schemeClr val="bg1">
                            <a:lumMod val="85000"/>
                          </a:schemeClr>
                        </a:solidFill>
                        <a:latin typeface="Arial"/>
                        <a:cs typeface="Arial"/>
                      </a:endParaRPr>
                    </a:p>
                  </a:txBody>
                  <a:tcPr marL="50800" marR="25400" marT="28575" marB="9525">
                    <a:solidFill>
                      <a:srgbClr val="010101"/>
                    </a:solidFill>
                  </a:tcPr>
                </a:tc>
                <a:tc hMerge="1">
                  <a:txBody>
                    <a:bodyPr/>
                    <a:lstStyle/>
                    <a:p>
                      <a:endParaRPr lang="en-US"/>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071680762"/>
      </p:ext>
    </p:extLst>
  </p:cSld>
  <p:clrMap bg1="lt1" tx1="dk1" bg2="lt2" tx2="dk2" accent1="accent1" accent2="accent2" accent3="accent3" accent4="accent4" accent5="accent5" accent6="accent6" hlink="hlink" folHlink="folHlink"/>
  <p:sldLayoutIdLst>
    <p:sldLayoutId id="2147483661" r:id="rId1"/>
  </p:sldLayoutIdLst>
  <p:txStyles>
    <p:titleStyle>
      <a:lvl1pPr algn="ctr" defTabSz="1625242" rtl="0" eaLnBrk="1" latinLnBrk="0" hangingPunct="1">
        <a:spcBef>
          <a:spcPct val="0"/>
        </a:spcBef>
        <a:buNone/>
        <a:defRPr sz="3259" kern="1200">
          <a:solidFill>
            <a:schemeClr val="bg1"/>
          </a:solidFill>
          <a:latin typeface="Trebuchet MS" pitchFamily="34" charset="0"/>
          <a:ea typeface="+mj-ea"/>
          <a:cs typeface="+mj-cs"/>
        </a:defRPr>
      </a:lvl1pPr>
    </p:titleStyle>
    <p:bodyStyle>
      <a:lvl1pPr marL="282174" indent="-282174" algn="l" defTabSz="1625242" rtl="0" eaLnBrk="1" latinLnBrk="0" hangingPunct="1">
        <a:spcBef>
          <a:spcPct val="20000"/>
        </a:spcBef>
        <a:buFont typeface="Arial" pitchFamily="34" charset="0"/>
        <a:buChar char="•"/>
        <a:tabLst/>
        <a:defRPr sz="1777" kern="1200">
          <a:solidFill>
            <a:schemeClr val="tx1"/>
          </a:solidFill>
          <a:latin typeface="+mn-lt"/>
          <a:ea typeface="+mn-ea"/>
          <a:cs typeface="+mn-cs"/>
        </a:defRPr>
      </a:lvl1pPr>
      <a:lvl2pPr marL="282174" indent="-282174" algn="l" defTabSz="1625242" rtl="0" eaLnBrk="1" latinLnBrk="0" hangingPunct="1">
        <a:spcBef>
          <a:spcPct val="20000"/>
        </a:spcBef>
        <a:buFont typeface="Arial" pitchFamily="34" charset="0"/>
        <a:buChar char="–"/>
        <a:tabLst/>
        <a:defRPr sz="1481" kern="1200">
          <a:solidFill>
            <a:schemeClr val="tx1"/>
          </a:solidFill>
          <a:latin typeface="+mn-lt"/>
          <a:ea typeface="+mn-ea"/>
          <a:cs typeface="+mn-cs"/>
        </a:defRPr>
      </a:lvl2pPr>
      <a:lvl3pPr marL="282174" indent="-282174" algn="l" defTabSz="1625242" rtl="0" eaLnBrk="1" latinLnBrk="0" hangingPunct="1">
        <a:spcBef>
          <a:spcPct val="20000"/>
        </a:spcBef>
        <a:buFont typeface="Arial" pitchFamily="34" charset="0"/>
        <a:buChar char="•"/>
        <a:tabLst/>
        <a:defRPr sz="1185" kern="1200">
          <a:solidFill>
            <a:schemeClr val="tx1"/>
          </a:solidFill>
          <a:latin typeface="+mn-lt"/>
          <a:ea typeface="+mn-ea"/>
          <a:cs typeface="+mn-cs"/>
        </a:defRPr>
      </a:lvl3pPr>
      <a:lvl4pPr marL="282174" indent="-282174" algn="l" defTabSz="1625242" rtl="0" eaLnBrk="1" latinLnBrk="0" hangingPunct="1">
        <a:spcBef>
          <a:spcPct val="20000"/>
        </a:spcBef>
        <a:buFont typeface="Arial" pitchFamily="34" charset="0"/>
        <a:buChar char="–"/>
        <a:tabLst/>
        <a:defRPr sz="889" kern="1200">
          <a:solidFill>
            <a:schemeClr val="tx1"/>
          </a:solidFill>
          <a:latin typeface="+mn-lt"/>
          <a:ea typeface="+mn-ea"/>
          <a:cs typeface="+mn-cs"/>
        </a:defRPr>
      </a:lvl4pPr>
      <a:lvl5pPr marL="282174" indent="-282174" algn="l" defTabSz="1625242" rtl="0" eaLnBrk="1" latinLnBrk="0" hangingPunct="1">
        <a:spcBef>
          <a:spcPct val="20000"/>
        </a:spcBef>
        <a:buFont typeface="Arial" pitchFamily="34" charset="0"/>
        <a:buChar char="»"/>
        <a:tabLst/>
        <a:defRPr sz="889" kern="1200">
          <a:solidFill>
            <a:schemeClr val="tx1"/>
          </a:solidFill>
          <a:latin typeface="+mn-lt"/>
          <a:ea typeface="+mn-ea"/>
          <a:cs typeface="+mn-cs"/>
        </a:defRPr>
      </a:lvl5pPr>
      <a:lvl6pPr marL="4469417" indent="-406311" algn="l" defTabSz="1625242" rtl="0" eaLnBrk="1" latinLnBrk="0" hangingPunct="1">
        <a:spcBef>
          <a:spcPct val="20000"/>
        </a:spcBef>
        <a:buFont typeface="Arial" pitchFamily="34" charset="0"/>
        <a:buChar char="•"/>
        <a:defRPr sz="3555" kern="1200">
          <a:solidFill>
            <a:schemeClr val="tx1"/>
          </a:solidFill>
          <a:latin typeface="+mn-lt"/>
          <a:ea typeface="+mn-ea"/>
          <a:cs typeface="+mn-cs"/>
        </a:defRPr>
      </a:lvl6pPr>
      <a:lvl7pPr marL="5282037" indent="-406311" algn="l" defTabSz="1625242" rtl="0" eaLnBrk="1" latinLnBrk="0" hangingPunct="1">
        <a:spcBef>
          <a:spcPct val="20000"/>
        </a:spcBef>
        <a:buFont typeface="Arial" pitchFamily="34" charset="0"/>
        <a:buChar char="•"/>
        <a:defRPr sz="3555" kern="1200">
          <a:solidFill>
            <a:schemeClr val="tx1"/>
          </a:solidFill>
          <a:latin typeface="+mn-lt"/>
          <a:ea typeface="+mn-ea"/>
          <a:cs typeface="+mn-cs"/>
        </a:defRPr>
      </a:lvl7pPr>
      <a:lvl8pPr marL="6094659" indent="-406311" algn="l" defTabSz="1625242" rtl="0" eaLnBrk="1" latinLnBrk="0" hangingPunct="1">
        <a:spcBef>
          <a:spcPct val="20000"/>
        </a:spcBef>
        <a:buFont typeface="Arial" pitchFamily="34" charset="0"/>
        <a:buChar char="•"/>
        <a:defRPr sz="3555" kern="1200">
          <a:solidFill>
            <a:schemeClr val="tx1"/>
          </a:solidFill>
          <a:latin typeface="+mn-lt"/>
          <a:ea typeface="+mn-ea"/>
          <a:cs typeface="+mn-cs"/>
        </a:defRPr>
      </a:lvl8pPr>
      <a:lvl9pPr marL="6907280" indent="-406311" algn="l" defTabSz="1625242" rtl="0" eaLnBrk="1" latinLnBrk="0" hangingPunct="1">
        <a:spcBef>
          <a:spcPct val="20000"/>
        </a:spcBef>
        <a:buFont typeface="Arial" pitchFamily="34" charset="0"/>
        <a:buChar char="•"/>
        <a:defRPr sz="3555" kern="1200">
          <a:solidFill>
            <a:schemeClr val="tx1"/>
          </a:solidFill>
          <a:latin typeface="+mn-lt"/>
          <a:ea typeface="+mn-ea"/>
          <a:cs typeface="+mn-cs"/>
        </a:defRPr>
      </a:lvl9pPr>
    </p:bodyStyle>
    <p:otherStyle>
      <a:defPPr>
        <a:defRPr lang="en-US"/>
      </a:defPPr>
      <a:lvl1pPr marL="0" algn="l" defTabSz="1625242" rtl="0" eaLnBrk="1" latinLnBrk="0" hangingPunct="1">
        <a:defRPr sz="3184" kern="1200">
          <a:solidFill>
            <a:schemeClr val="tx1"/>
          </a:solidFill>
          <a:latin typeface="+mn-lt"/>
          <a:ea typeface="+mn-ea"/>
          <a:cs typeface="+mn-cs"/>
        </a:defRPr>
      </a:lvl1pPr>
      <a:lvl2pPr marL="812622" algn="l" defTabSz="1625242" rtl="0" eaLnBrk="1" latinLnBrk="0" hangingPunct="1">
        <a:defRPr sz="3184" kern="1200">
          <a:solidFill>
            <a:schemeClr val="tx1"/>
          </a:solidFill>
          <a:latin typeface="+mn-lt"/>
          <a:ea typeface="+mn-ea"/>
          <a:cs typeface="+mn-cs"/>
        </a:defRPr>
      </a:lvl2pPr>
      <a:lvl3pPr marL="1625242" algn="l" defTabSz="1625242" rtl="0" eaLnBrk="1" latinLnBrk="0" hangingPunct="1">
        <a:defRPr sz="3184" kern="1200">
          <a:solidFill>
            <a:schemeClr val="tx1"/>
          </a:solidFill>
          <a:latin typeface="+mn-lt"/>
          <a:ea typeface="+mn-ea"/>
          <a:cs typeface="+mn-cs"/>
        </a:defRPr>
      </a:lvl3pPr>
      <a:lvl4pPr marL="2437864" algn="l" defTabSz="1625242" rtl="0" eaLnBrk="1" latinLnBrk="0" hangingPunct="1">
        <a:defRPr sz="3184" kern="1200">
          <a:solidFill>
            <a:schemeClr val="tx1"/>
          </a:solidFill>
          <a:latin typeface="+mn-lt"/>
          <a:ea typeface="+mn-ea"/>
          <a:cs typeface="+mn-cs"/>
        </a:defRPr>
      </a:lvl4pPr>
      <a:lvl5pPr marL="3250485" algn="l" defTabSz="1625242" rtl="0" eaLnBrk="1" latinLnBrk="0" hangingPunct="1">
        <a:defRPr sz="3184" kern="1200">
          <a:solidFill>
            <a:schemeClr val="tx1"/>
          </a:solidFill>
          <a:latin typeface="+mn-lt"/>
          <a:ea typeface="+mn-ea"/>
          <a:cs typeface="+mn-cs"/>
        </a:defRPr>
      </a:lvl5pPr>
      <a:lvl6pPr marL="4063106" algn="l" defTabSz="1625242" rtl="0" eaLnBrk="1" latinLnBrk="0" hangingPunct="1">
        <a:defRPr sz="3184" kern="1200">
          <a:solidFill>
            <a:schemeClr val="tx1"/>
          </a:solidFill>
          <a:latin typeface="+mn-lt"/>
          <a:ea typeface="+mn-ea"/>
          <a:cs typeface="+mn-cs"/>
        </a:defRPr>
      </a:lvl6pPr>
      <a:lvl7pPr marL="4875728" algn="l" defTabSz="1625242" rtl="0" eaLnBrk="1" latinLnBrk="0" hangingPunct="1">
        <a:defRPr sz="3184" kern="1200">
          <a:solidFill>
            <a:schemeClr val="tx1"/>
          </a:solidFill>
          <a:latin typeface="+mn-lt"/>
          <a:ea typeface="+mn-ea"/>
          <a:cs typeface="+mn-cs"/>
        </a:defRPr>
      </a:lvl7pPr>
      <a:lvl8pPr marL="5688348" algn="l" defTabSz="1625242" rtl="0" eaLnBrk="1" latinLnBrk="0" hangingPunct="1">
        <a:defRPr sz="3184" kern="1200">
          <a:solidFill>
            <a:schemeClr val="tx1"/>
          </a:solidFill>
          <a:latin typeface="+mn-lt"/>
          <a:ea typeface="+mn-ea"/>
          <a:cs typeface="+mn-cs"/>
        </a:defRPr>
      </a:lvl8pPr>
      <a:lvl9pPr marL="6500970" algn="l" defTabSz="1625242" rtl="0" eaLnBrk="1" latinLnBrk="0" hangingPunct="1">
        <a:defRPr sz="31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A88C56A-C898-9F4E-8933-9EC817B96972}"/>
              </a:ext>
            </a:extLst>
          </p:cNvPr>
          <p:cNvSpPr>
            <a:spLocks noGrp="1"/>
          </p:cNvSpPr>
          <p:nvPr>
            <p:ph type="body" sz="quarter" idx="10"/>
          </p:nvPr>
        </p:nvSpPr>
        <p:spPr>
          <a:xfrm>
            <a:off x="3175000" y="604580"/>
            <a:ext cx="5852583" cy="276999"/>
          </a:xfrm>
        </p:spPr>
        <p:txBody>
          <a:bodyPr/>
          <a:lstStyle/>
          <a:p>
            <a:r>
              <a:rPr lang="en-US" sz="1200" dirty="0">
                <a:latin typeface="Times New Roman" panose="02020603050405020304" pitchFamily="18" charset="0"/>
                <a:cs typeface="Times New Roman" panose="02020603050405020304" pitchFamily="18" charset="0"/>
              </a:rPr>
              <a:t>SPTM/SPAX212: Introduction to Sport Analytics at the University of Delaware</a:t>
            </a:r>
          </a:p>
        </p:txBody>
      </p:sp>
      <p:sp>
        <p:nvSpPr>
          <p:cNvPr id="3" name="Text Placeholder 2">
            <a:extLst>
              <a:ext uri="{FF2B5EF4-FFF2-40B4-BE49-F238E27FC236}">
                <a16:creationId xmlns:a16="http://schemas.microsoft.com/office/drawing/2014/main" id="{368F42AB-0B38-6240-B455-4EAD6491D21A}"/>
              </a:ext>
            </a:extLst>
          </p:cNvPr>
          <p:cNvSpPr>
            <a:spLocks noGrp="1"/>
          </p:cNvSpPr>
          <p:nvPr>
            <p:ph type="body" sz="quarter" idx="11"/>
          </p:nvPr>
        </p:nvSpPr>
        <p:spPr>
          <a:xfrm>
            <a:off x="3164417" y="373639"/>
            <a:ext cx="5852583" cy="276999"/>
          </a:xfrm>
        </p:spPr>
        <p:txBody>
          <a:bodyPr/>
          <a:lstStyle/>
          <a:p>
            <a:r>
              <a:rPr lang="en-US" sz="1200" dirty="0">
                <a:latin typeface="Times New Roman" panose="02020603050405020304" pitchFamily="18" charset="0"/>
                <a:cs typeface="Times New Roman" panose="02020603050405020304" pitchFamily="18" charset="0"/>
              </a:rPr>
              <a:t>By Peter Chapman</a:t>
            </a:r>
          </a:p>
        </p:txBody>
      </p:sp>
      <p:sp>
        <p:nvSpPr>
          <p:cNvPr id="4" name="Text Placeholder 3">
            <a:extLst>
              <a:ext uri="{FF2B5EF4-FFF2-40B4-BE49-F238E27FC236}">
                <a16:creationId xmlns:a16="http://schemas.microsoft.com/office/drawing/2014/main" id="{C92934C5-F417-4547-A178-F9454BBDDA4A}"/>
              </a:ext>
            </a:extLst>
          </p:cNvPr>
          <p:cNvSpPr>
            <a:spLocks noGrp="1"/>
          </p:cNvSpPr>
          <p:nvPr>
            <p:ph type="body" sz="quarter" idx="12"/>
          </p:nvPr>
        </p:nvSpPr>
        <p:spPr>
          <a:xfrm>
            <a:off x="1317171" y="41262"/>
            <a:ext cx="9557657" cy="369332"/>
          </a:xfrm>
        </p:spPr>
        <p:txBody>
          <a:bodyPr/>
          <a:lstStyle/>
          <a:p>
            <a:r>
              <a:rPr lang="en-US" sz="1800" dirty="0">
                <a:latin typeface="Times New Roman" panose="02020603050405020304" pitchFamily="18" charset="0"/>
                <a:cs typeface="Times New Roman" panose="02020603050405020304" pitchFamily="18" charset="0"/>
              </a:rPr>
              <a:t>Which Batting, Pitching, and Fielding Metrics Contribute to MLB Team Wins?</a:t>
            </a:r>
          </a:p>
        </p:txBody>
      </p:sp>
      <p:sp>
        <p:nvSpPr>
          <p:cNvPr id="5" name="Text Placeholder 4">
            <a:extLst>
              <a:ext uri="{FF2B5EF4-FFF2-40B4-BE49-F238E27FC236}">
                <a16:creationId xmlns:a16="http://schemas.microsoft.com/office/drawing/2014/main" id="{03371DE7-DCBD-E143-8BC8-F10EEF67D84C}"/>
              </a:ext>
            </a:extLst>
          </p:cNvPr>
          <p:cNvSpPr>
            <a:spLocks noGrp="1"/>
          </p:cNvSpPr>
          <p:nvPr>
            <p:ph type="body" sz="quarter" idx="15"/>
          </p:nvPr>
        </p:nvSpPr>
        <p:spPr>
          <a:xfrm>
            <a:off x="126806" y="953883"/>
            <a:ext cx="2794194" cy="260107"/>
          </a:xfrm>
        </p:spPr>
        <p:txBody>
          <a:bodyPr/>
          <a:lstStyle/>
          <a:p>
            <a:r>
              <a:rPr lang="en-US" sz="1100" dirty="0">
                <a:latin typeface="Times New Roman" panose="02020603050405020304" pitchFamily="18" charset="0"/>
                <a:cs typeface="Times New Roman" panose="02020603050405020304" pitchFamily="18" charset="0"/>
              </a:rPr>
              <a:t>Introduction</a:t>
            </a:r>
          </a:p>
        </p:txBody>
      </p:sp>
      <p:sp>
        <p:nvSpPr>
          <p:cNvPr id="6" name="Text Placeholder 5">
            <a:extLst>
              <a:ext uri="{FF2B5EF4-FFF2-40B4-BE49-F238E27FC236}">
                <a16:creationId xmlns:a16="http://schemas.microsoft.com/office/drawing/2014/main" id="{A5DE1169-8E44-8344-A5CD-DA0F01E9245D}"/>
              </a:ext>
            </a:extLst>
          </p:cNvPr>
          <p:cNvSpPr>
            <a:spLocks noGrp="1"/>
          </p:cNvSpPr>
          <p:nvPr>
            <p:ph type="body" sz="quarter" idx="17"/>
          </p:nvPr>
        </p:nvSpPr>
        <p:spPr>
          <a:xfrm>
            <a:off x="126806" y="3826339"/>
            <a:ext cx="2794194" cy="261610"/>
          </a:xfrm>
        </p:spPr>
        <p:txBody>
          <a:bodyPr/>
          <a:lstStyle/>
          <a:p>
            <a:r>
              <a:rPr lang="en-US" sz="1100" dirty="0">
                <a:latin typeface="Times New Roman" panose="02020603050405020304" pitchFamily="18" charset="0"/>
                <a:cs typeface="Times New Roman" panose="02020603050405020304" pitchFamily="18" charset="0"/>
              </a:rPr>
              <a:t>Team ERA vs. Wins</a:t>
            </a:r>
          </a:p>
        </p:txBody>
      </p:sp>
      <p:sp>
        <p:nvSpPr>
          <p:cNvPr id="7" name="Text Placeholder 6">
            <a:extLst>
              <a:ext uri="{FF2B5EF4-FFF2-40B4-BE49-F238E27FC236}">
                <a16:creationId xmlns:a16="http://schemas.microsoft.com/office/drawing/2014/main" id="{8A19A437-04D4-5F45-A616-3A5D998A1D8E}"/>
              </a:ext>
            </a:extLst>
          </p:cNvPr>
          <p:cNvSpPr>
            <a:spLocks noGrp="1"/>
          </p:cNvSpPr>
          <p:nvPr>
            <p:ph type="body" sz="quarter" idx="18"/>
          </p:nvPr>
        </p:nvSpPr>
        <p:spPr>
          <a:xfrm>
            <a:off x="3175000" y="961278"/>
            <a:ext cx="2794000" cy="261610"/>
          </a:xfrm>
        </p:spPr>
        <p:txBody>
          <a:bodyPr/>
          <a:lstStyle/>
          <a:p>
            <a:r>
              <a:rPr lang="en-US" sz="1100" dirty="0">
                <a:latin typeface="Times New Roman" panose="02020603050405020304" pitchFamily="18" charset="0"/>
                <a:cs typeface="Times New Roman" panose="02020603050405020304" pitchFamily="18" charset="0"/>
              </a:rPr>
              <a:t>Significant Batting Metrics</a:t>
            </a:r>
          </a:p>
        </p:txBody>
      </p:sp>
      <p:sp>
        <p:nvSpPr>
          <p:cNvPr id="8" name="Text Placeholder 7">
            <a:extLst>
              <a:ext uri="{FF2B5EF4-FFF2-40B4-BE49-F238E27FC236}">
                <a16:creationId xmlns:a16="http://schemas.microsoft.com/office/drawing/2014/main" id="{527E62BD-C7ED-5840-AD8F-AB2265CC8F56}"/>
              </a:ext>
            </a:extLst>
          </p:cNvPr>
          <p:cNvSpPr>
            <a:spLocks noGrp="1"/>
          </p:cNvSpPr>
          <p:nvPr>
            <p:ph type="body" sz="quarter" idx="19"/>
          </p:nvPr>
        </p:nvSpPr>
        <p:spPr>
          <a:xfrm>
            <a:off x="6223000" y="978750"/>
            <a:ext cx="2794000" cy="261610"/>
          </a:xfrm>
        </p:spPr>
        <p:txBody>
          <a:bodyPr/>
          <a:lstStyle/>
          <a:p>
            <a:r>
              <a:rPr lang="en-US" sz="1100" dirty="0">
                <a:latin typeface="Times New Roman" panose="02020603050405020304" pitchFamily="18" charset="0"/>
                <a:cs typeface="Times New Roman" panose="02020603050405020304" pitchFamily="18" charset="0"/>
              </a:rPr>
              <a:t>Importance of Fielding</a:t>
            </a:r>
          </a:p>
        </p:txBody>
      </p:sp>
      <p:sp>
        <p:nvSpPr>
          <p:cNvPr id="9" name="Text Placeholder 8">
            <a:extLst>
              <a:ext uri="{FF2B5EF4-FFF2-40B4-BE49-F238E27FC236}">
                <a16:creationId xmlns:a16="http://schemas.microsoft.com/office/drawing/2014/main" id="{24A6263A-4C35-7147-8D90-4054A0A02347}"/>
              </a:ext>
            </a:extLst>
          </p:cNvPr>
          <p:cNvSpPr>
            <a:spLocks noGrp="1"/>
          </p:cNvSpPr>
          <p:nvPr>
            <p:ph type="body" sz="quarter" idx="20"/>
          </p:nvPr>
        </p:nvSpPr>
        <p:spPr>
          <a:xfrm>
            <a:off x="9270997" y="943588"/>
            <a:ext cx="2794000" cy="251801"/>
          </a:xfrm>
        </p:spPr>
        <p:txBody>
          <a:bodyPr/>
          <a:lstStyle/>
          <a:p>
            <a:r>
              <a:rPr lang="en-US" sz="1100" dirty="0">
                <a:latin typeface="Times New Roman" panose="02020603050405020304" pitchFamily="18" charset="0"/>
                <a:cs typeface="Times New Roman" panose="02020603050405020304" pitchFamily="18" charset="0"/>
              </a:rPr>
              <a:t>Findings Summary</a:t>
            </a:r>
          </a:p>
        </p:txBody>
      </p:sp>
      <p:sp>
        <p:nvSpPr>
          <p:cNvPr id="23" name="TextBox 22">
            <a:extLst>
              <a:ext uri="{FF2B5EF4-FFF2-40B4-BE49-F238E27FC236}">
                <a16:creationId xmlns:a16="http://schemas.microsoft.com/office/drawing/2014/main" id="{D9A7D896-9328-25F4-2A35-92B83A876465}"/>
              </a:ext>
            </a:extLst>
          </p:cNvPr>
          <p:cNvSpPr txBox="1"/>
          <p:nvPr/>
        </p:nvSpPr>
        <p:spPr>
          <a:xfrm>
            <a:off x="229519" y="1135410"/>
            <a:ext cx="2588768" cy="954107"/>
          </a:xfrm>
          <a:prstGeom prst="rect">
            <a:avLst/>
          </a:prstGeom>
          <a:noFill/>
        </p:spPr>
        <p:txBody>
          <a:bodyPr wrap="square" rtlCol="0">
            <a:spAutoFit/>
          </a:bodyPr>
          <a:lstStyle/>
          <a:p>
            <a:pPr marL="171450" indent="-171450">
              <a:buFont typeface="Arial" panose="020B0604020202020204" pitchFamily="34" charset="0"/>
              <a:buChar char="•"/>
            </a:pPr>
            <a:r>
              <a:rPr lang="en-US" sz="900" b="1" dirty="0">
                <a:latin typeface="Times New Roman" panose="02020603050405020304" pitchFamily="18" charset="0"/>
                <a:cs typeface="Times New Roman" panose="02020603050405020304" pitchFamily="18" charset="0"/>
              </a:rPr>
              <a:t>Goal</a:t>
            </a:r>
            <a:r>
              <a:rPr lang="en-US" sz="900" dirty="0">
                <a:latin typeface="Times New Roman" panose="02020603050405020304" pitchFamily="18" charset="0"/>
                <a:cs typeface="Times New Roman" panose="02020603050405020304" pitchFamily="18" charset="0"/>
              </a:rPr>
              <a:t>: Determine important metrics for MLB team regular season wins in 2025</a:t>
            </a:r>
          </a:p>
          <a:p>
            <a:pPr marL="171450" indent="-171450">
              <a:buFont typeface="Arial" panose="020B0604020202020204" pitchFamily="34" charset="0"/>
              <a:buChar char="•"/>
            </a:pPr>
            <a:r>
              <a:rPr lang="en-US" sz="900" b="1" dirty="0">
                <a:latin typeface="Times New Roman" panose="02020603050405020304" pitchFamily="18" charset="0"/>
                <a:cs typeface="Times New Roman" panose="02020603050405020304" pitchFamily="18" charset="0"/>
              </a:rPr>
              <a:t>Research Question</a:t>
            </a:r>
            <a:r>
              <a:rPr lang="en-US" sz="900" dirty="0">
                <a:latin typeface="Times New Roman" panose="02020603050405020304" pitchFamily="18" charset="0"/>
                <a:cs typeface="Times New Roman" panose="02020603050405020304" pitchFamily="18" charset="0"/>
              </a:rPr>
              <a:t>: Which batting, pitching, and fielding statistics are most significant?</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Tools used: Microsoft Excel and R Studio</a:t>
            </a:r>
          </a:p>
          <a:p>
            <a:pPr marL="171450" indent="-171450">
              <a:buFont typeface="Arial" panose="020B0604020202020204" pitchFamily="34" charset="0"/>
              <a:buChar char="•"/>
            </a:pPr>
            <a:endParaRPr lang="en-US" sz="1100" dirty="0">
              <a:latin typeface="Times New Roman" panose="02020603050405020304" pitchFamily="18" charset="0"/>
              <a:cs typeface="Times New Roman" panose="02020603050405020304" pitchFamily="18" charset="0"/>
            </a:endParaRPr>
          </a:p>
        </p:txBody>
      </p:sp>
      <p:pic>
        <p:nvPicPr>
          <p:cNvPr id="25" name="Picture 24">
            <a:extLst>
              <a:ext uri="{FF2B5EF4-FFF2-40B4-BE49-F238E27FC236}">
                <a16:creationId xmlns:a16="http://schemas.microsoft.com/office/drawing/2014/main" id="{7060B927-BD97-6C7F-B680-0CCFDF3060BA}"/>
              </a:ext>
            </a:extLst>
          </p:cNvPr>
          <p:cNvPicPr>
            <a:picLocks noChangeAspect="1"/>
          </p:cNvPicPr>
          <p:nvPr/>
        </p:nvPicPr>
        <p:blipFill>
          <a:blip r:embed="rId2"/>
          <a:stretch>
            <a:fillRect/>
          </a:stretch>
        </p:blipFill>
        <p:spPr>
          <a:xfrm>
            <a:off x="711393" y="1898447"/>
            <a:ext cx="1625020" cy="1629752"/>
          </a:xfrm>
          <a:prstGeom prst="rect">
            <a:avLst/>
          </a:prstGeom>
        </p:spPr>
      </p:pic>
      <p:sp>
        <p:nvSpPr>
          <p:cNvPr id="26" name="TextBox 25">
            <a:extLst>
              <a:ext uri="{FF2B5EF4-FFF2-40B4-BE49-F238E27FC236}">
                <a16:creationId xmlns:a16="http://schemas.microsoft.com/office/drawing/2014/main" id="{3BDC419B-531A-0326-2D88-CBCF8B5B58AC}"/>
              </a:ext>
            </a:extLst>
          </p:cNvPr>
          <p:cNvSpPr txBox="1"/>
          <p:nvPr/>
        </p:nvSpPr>
        <p:spPr>
          <a:xfrm>
            <a:off x="256737" y="3528199"/>
            <a:ext cx="2561550" cy="276999"/>
          </a:xfrm>
          <a:prstGeom prst="rect">
            <a:avLst/>
          </a:prstGeom>
          <a:noFill/>
        </p:spPr>
        <p:txBody>
          <a:bodyPr wrap="square" rtlCol="0">
            <a:spAutoFit/>
          </a:bodyPr>
          <a:lstStyle/>
          <a:p>
            <a:r>
              <a:rPr lang="en-US" sz="600" dirty="0">
                <a:latin typeface="Times New Roman" panose="02020603050405020304" pitchFamily="18" charset="0"/>
                <a:cs typeface="Times New Roman" panose="02020603050405020304" pitchFamily="18" charset="0"/>
              </a:rPr>
              <a:t>This is the distribution of MLB wins by team in 2025. Bins have a width of 5 wins. As seen above, many teams finished at around 80 regular season wins.</a:t>
            </a:r>
          </a:p>
        </p:txBody>
      </p:sp>
      <p:pic>
        <p:nvPicPr>
          <p:cNvPr id="28" name="Picture 27">
            <a:extLst>
              <a:ext uri="{FF2B5EF4-FFF2-40B4-BE49-F238E27FC236}">
                <a16:creationId xmlns:a16="http://schemas.microsoft.com/office/drawing/2014/main" id="{CEA94A22-7F51-8092-4A7B-3D2BE1149BCD}"/>
              </a:ext>
            </a:extLst>
          </p:cNvPr>
          <p:cNvPicPr>
            <a:picLocks noChangeAspect="1"/>
          </p:cNvPicPr>
          <p:nvPr/>
        </p:nvPicPr>
        <p:blipFill>
          <a:blip r:embed="rId3"/>
          <a:srcRect b="1468"/>
          <a:stretch>
            <a:fillRect/>
          </a:stretch>
        </p:blipFill>
        <p:spPr>
          <a:xfrm>
            <a:off x="651178" y="4052882"/>
            <a:ext cx="1772666" cy="1765389"/>
          </a:xfrm>
          <a:prstGeom prst="rect">
            <a:avLst/>
          </a:prstGeom>
        </p:spPr>
      </p:pic>
      <p:sp>
        <p:nvSpPr>
          <p:cNvPr id="29" name="TextBox 28">
            <a:extLst>
              <a:ext uri="{FF2B5EF4-FFF2-40B4-BE49-F238E27FC236}">
                <a16:creationId xmlns:a16="http://schemas.microsoft.com/office/drawing/2014/main" id="{B4EB4B2F-F718-4720-6CF5-B52607FD9EDD}"/>
              </a:ext>
            </a:extLst>
          </p:cNvPr>
          <p:cNvSpPr txBox="1"/>
          <p:nvPr/>
        </p:nvSpPr>
        <p:spPr>
          <a:xfrm>
            <a:off x="229519" y="6031845"/>
            <a:ext cx="2722610" cy="646331"/>
          </a:xfrm>
          <a:prstGeom prst="rect">
            <a:avLst/>
          </a:prstGeom>
          <a:noFill/>
        </p:spPr>
        <p:txBody>
          <a:bodyPr wrap="square" rtlCol="0">
            <a:spAutoFit/>
          </a:bodyPr>
          <a:lstStyle/>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Correlation coefficient: -0.77</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Very strong negative relationship between team ERA (earned run average) and wins</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As team ERA increases, predicted wins decreases</a:t>
            </a:r>
          </a:p>
        </p:txBody>
      </p:sp>
      <p:sp>
        <p:nvSpPr>
          <p:cNvPr id="30" name="TextBox 29">
            <a:extLst>
              <a:ext uri="{FF2B5EF4-FFF2-40B4-BE49-F238E27FC236}">
                <a16:creationId xmlns:a16="http://schemas.microsoft.com/office/drawing/2014/main" id="{23D896E4-BDCC-BA72-CA98-FB1EF852F322}"/>
              </a:ext>
            </a:extLst>
          </p:cNvPr>
          <p:cNvSpPr txBox="1"/>
          <p:nvPr/>
        </p:nvSpPr>
        <p:spPr>
          <a:xfrm>
            <a:off x="480237" y="5796538"/>
            <a:ext cx="2175597" cy="276999"/>
          </a:xfrm>
          <a:prstGeom prst="rect">
            <a:avLst/>
          </a:prstGeom>
          <a:noFill/>
        </p:spPr>
        <p:txBody>
          <a:bodyPr wrap="square" rtlCol="0">
            <a:spAutoFit/>
          </a:bodyPr>
          <a:lstStyle/>
          <a:p>
            <a:r>
              <a:rPr lang="en-US" sz="600" dirty="0">
                <a:latin typeface="Times New Roman" panose="02020603050405020304" pitchFamily="18" charset="0"/>
                <a:cs typeface="Times New Roman" panose="02020603050405020304" pitchFamily="18" charset="0"/>
              </a:rPr>
              <a:t>This scatter plot shows the relationship between team ERA and wins in 2025. Generally, wins decrease as team ERA increases.</a:t>
            </a:r>
          </a:p>
        </p:txBody>
      </p:sp>
      <p:sp>
        <p:nvSpPr>
          <p:cNvPr id="31" name="Text Placeholder 8">
            <a:extLst>
              <a:ext uri="{FF2B5EF4-FFF2-40B4-BE49-F238E27FC236}">
                <a16:creationId xmlns:a16="http://schemas.microsoft.com/office/drawing/2014/main" id="{7B31CE9E-60BB-1D9F-0ADA-E434AD6CBFAA}"/>
              </a:ext>
            </a:extLst>
          </p:cNvPr>
          <p:cNvSpPr txBox="1">
            <a:spLocks/>
          </p:cNvSpPr>
          <p:nvPr/>
        </p:nvSpPr>
        <p:spPr>
          <a:xfrm>
            <a:off x="9298511" y="4289195"/>
            <a:ext cx="2766486" cy="261610"/>
          </a:xfrm>
          <a:prstGeom prst="rect">
            <a:avLst/>
          </a:prstGeom>
        </p:spPr>
        <p:txBody>
          <a:bodyPr wrap="square">
            <a:spAutoFit/>
          </a:bodyPr>
          <a:lstStyle>
            <a:lvl1pPr marL="0" indent="0" algn="ctr" defTabSz="1625242" rtl="0" eaLnBrk="1" latinLnBrk="0" hangingPunct="1">
              <a:spcBef>
                <a:spcPct val="20000"/>
              </a:spcBef>
              <a:buFont typeface="Arial" pitchFamily="34" charset="0"/>
              <a:buNone/>
              <a:tabLst/>
              <a:defRPr lang="en-US" sz="625" b="1" kern="1200" dirty="0">
                <a:solidFill>
                  <a:schemeClr val="accent1">
                    <a:lumMod val="50000"/>
                  </a:schemeClr>
                </a:solidFill>
                <a:latin typeface="+mj-lt"/>
                <a:ea typeface="+mn-ea"/>
                <a:cs typeface="+mn-cs"/>
              </a:defRPr>
            </a:lvl1pPr>
            <a:lvl2pPr marL="282174" indent="-282174" algn="l" defTabSz="1625242" rtl="0" eaLnBrk="1" latinLnBrk="0" hangingPunct="1">
              <a:spcBef>
                <a:spcPct val="20000"/>
              </a:spcBef>
              <a:buFont typeface="Arial" pitchFamily="34" charset="0"/>
              <a:buChar char="–"/>
              <a:tabLst/>
              <a:defRPr lang="en-US" sz="667" kern="1200" smtClean="0">
                <a:solidFill>
                  <a:schemeClr val="tx1"/>
                </a:solidFill>
                <a:latin typeface="+mn-lt"/>
                <a:ea typeface="+mn-ea"/>
                <a:cs typeface="+mn-cs"/>
              </a:defRPr>
            </a:lvl2pPr>
            <a:lvl3pPr marL="282174" indent="-282174" algn="l" defTabSz="1625242" rtl="0" eaLnBrk="1" latinLnBrk="0" hangingPunct="1">
              <a:spcBef>
                <a:spcPct val="20000"/>
              </a:spcBef>
              <a:buFont typeface="Arial" pitchFamily="34" charset="0"/>
              <a:buChar char="•"/>
              <a:tabLst/>
              <a:defRPr lang="en-US" sz="417" kern="1200" smtClean="0">
                <a:solidFill>
                  <a:schemeClr val="tx1"/>
                </a:solidFill>
                <a:latin typeface="+mn-lt"/>
                <a:ea typeface="+mn-ea"/>
                <a:cs typeface="+mn-cs"/>
              </a:defRPr>
            </a:lvl3pPr>
            <a:lvl4pPr marL="282174" indent="-282174" algn="l" defTabSz="1625242" rtl="0" eaLnBrk="1" latinLnBrk="0" hangingPunct="1">
              <a:spcBef>
                <a:spcPct val="20000"/>
              </a:spcBef>
              <a:buFont typeface="Arial" pitchFamily="34" charset="0"/>
              <a:buChar char="–"/>
              <a:tabLst/>
              <a:defRPr lang="en-US" sz="333" kern="1200" smtClean="0">
                <a:solidFill>
                  <a:schemeClr val="tx1"/>
                </a:solidFill>
                <a:latin typeface="+mn-lt"/>
                <a:ea typeface="+mn-ea"/>
                <a:cs typeface="+mn-cs"/>
              </a:defRPr>
            </a:lvl4pPr>
            <a:lvl5pPr marL="282174" indent="-282174" algn="l" defTabSz="1625242" rtl="0" eaLnBrk="1" latinLnBrk="0" hangingPunct="1">
              <a:spcBef>
                <a:spcPct val="20000"/>
              </a:spcBef>
              <a:buFont typeface="Arial" pitchFamily="34" charset="0"/>
              <a:buChar char="»"/>
              <a:tabLst/>
              <a:defRPr lang="en-US" sz="333" kern="1200">
                <a:solidFill>
                  <a:schemeClr val="tx1"/>
                </a:solidFill>
                <a:latin typeface="+mn-lt"/>
                <a:ea typeface="+mn-ea"/>
                <a:cs typeface="+mn-cs"/>
              </a:defRPr>
            </a:lvl5pPr>
            <a:lvl6pPr marL="4469417" indent="-406311" algn="l" defTabSz="1625242" rtl="0" eaLnBrk="1" latinLnBrk="0" hangingPunct="1">
              <a:spcBef>
                <a:spcPct val="20000"/>
              </a:spcBef>
              <a:buFont typeface="Arial" pitchFamily="34" charset="0"/>
              <a:buChar char="•"/>
              <a:defRPr sz="3555" kern="1200">
                <a:solidFill>
                  <a:schemeClr val="tx1"/>
                </a:solidFill>
                <a:latin typeface="+mn-lt"/>
                <a:ea typeface="+mn-ea"/>
                <a:cs typeface="+mn-cs"/>
              </a:defRPr>
            </a:lvl6pPr>
            <a:lvl7pPr marL="5282037" indent="-406311" algn="l" defTabSz="1625242" rtl="0" eaLnBrk="1" latinLnBrk="0" hangingPunct="1">
              <a:spcBef>
                <a:spcPct val="20000"/>
              </a:spcBef>
              <a:buFont typeface="Arial" pitchFamily="34" charset="0"/>
              <a:buChar char="•"/>
              <a:defRPr sz="3555" kern="1200">
                <a:solidFill>
                  <a:schemeClr val="tx1"/>
                </a:solidFill>
                <a:latin typeface="+mn-lt"/>
                <a:ea typeface="+mn-ea"/>
                <a:cs typeface="+mn-cs"/>
              </a:defRPr>
            </a:lvl7pPr>
            <a:lvl8pPr marL="6094659" indent="-406311" algn="l" defTabSz="1625242" rtl="0" eaLnBrk="1" latinLnBrk="0" hangingPunct="1">
              <a:spcBef>
                <a:spcPct val="20000"/>
              </a:spcBef>
              <a:buFont typeface="Arial" pitchFamily="34" charset="0"/>
              <a:buChar char="•"/>
              <a:defRPr sz="3555" kern="1200">
                <a:solidFill>
                  <a:schemeClr val="tx1"/>
                </a:solidFill>
                <a:latin typeface="+mn-lt"/>
                <a:ea typeface="+mn-ea"/>
                <a:cs typeface="+mn-cs"/>
              </a:defRPr>
            </a:lvl8pPr>
            <a:lvl9pPr marL="6907280" indent="-406311" algn="l" defTabSz="1625242" rtl="0" eaLnBrk="1" latinLnBrk="0" hangingPunct="1">
              <a:spcBef>
                <a:spcPct val="20000"/>
              </a:spcBef>
              <a:buFont typeface="Arial" pitchFamily="34" charset="0"/>
              <a:buChar char="•"/>
              <a:defRPr sz="3555" kern="1200">
                <a:solidFill>
                  <a:schemeClr val="tx1"/>
                </a:solidFill>
                <a:latin typeface="+mn-lt"/>
                <a:ea typeface="+mn-ea"/>
                <a:cs typeface="+mn-cs"/>
              </a:defRPr>
            </a:lvl9pPr>
          </a:lstStyle>
          <a:p>
            <a:r>
              <a:rPr lang="en-US" sz="1100" dirty="0">
                <a:latin typeface="Times New Roman" panose="02020603050405020304" pitchFamily="18" charset="0"/>
                <a:cs typeface="Times New Roman" panose="02020603050405020304" pitchFamily="18" charset="0"/>
              </a:rPr>
              <a:t>Strategic Recommendations</a:t>
            </a:r>
          </a:p>
        </p:txBody>
      </p:sp>
      <p:graphicFrame>
        <p:nvGraphicFramePr>
          <p:cNvPr id="33" name="Table 32">
            <a:extLst>
              <a:ext uri="{FF2B5EF4-FFF2-40B4-BE49-F238E27FC236}">
                <a16:creationId xmlns:a16="http://schemas.microsoft.com/office/drawing/2014/main" id="{417CB259-2C95-6B3C-F4F3-499E6B486450}"/>
              </a:ext>
            </a:extLst>
          </p:cNvPr>
          <p:cNvGraphicFramePr>
            <a:graphicFrameLocks noGrp="1"/>
          </p:cNvGraphicFramePr>
          <p:nvPr>
            <p:extLst>
              <p:ext uri="{D42A27DB-BD31-4B8C-83A1-F6EECF244321}">
                <p14:modId xmlns:p14="http://schemas.microsoft.com/office/powerpoint/2010/main" val="1407240545"/>
              </p:ext>
            </p:extLst>
          </p:nvPr>
        </p:nvGraphicFramePr>
        <p:xfrm>
          <a:off x="3248903" y="1240360"/>
          <a:ext cx="2646194" cy="644845"/>
        </p:xfrm>
        <a:graphic>
          <a:graphicData uri="http://schemas.openxmlformats.org/drawingml/2006/table">
            <a:tbl>
              <a:tblPr firstRow="1" firstCol="1" bandRow="1">
                <a:tableStyleId>{B301B821-A1FF-4177-AEE7-76D212191A09}</a:tableStyleId>
              </a:tblPr>
              <a:tblGrid>
                <a:gridCol w="727116">
                  <a:extLst>
                    <a:ext uri="{9D8B030D-6E8A-4147-A177-3AD203B41FA5}">
                      <a16:colId xmlns:a16="http://schemas.microsoft.com/office/drawing/2014/main" val="1591459995"/>
                    </a:ext>
                  </a:extLst>
                </a:gridCol>
                <a:gridCol w="614105">
                  <a:extLst>
                    <a:ext uri="{9D8B030D-6E8A-4147-A177-3AD203B41FA5}">
                      <a16:colId xmlns:a16="http://schemas.microsoft.com/office/drawing/2014/main" val="2729988907"/>
                    </a:ext>
                  </a:extLst>
                </a:gridCol>
                <a:gridCol w="614105">
                  <a:extLst>
                    <a:ext uri="{9D8B030D-6E8A-4147-A177-3AD203B41FA5}">
                      <a16:colId xmlns:a16="http://schemas.microsoft.com/office/drawing/2014/main" val="3815845012"/>
                    </a:ext>
                  </a:extLst>
                </a:gridCol>
                <a:gridCol w="690868">
                  <a:extLst>
                    <a:ext uri="{9D8B030D-6E8A-4147-A177-3AD203B41FA5}">
                      <a16:colId xmlns:a16="http://schemas.microsoft.com/office/drawing/2014/main" val="2611941270"/>
                    </a:ext>
                  </a:extLst>
                </a:gridCol>
              </a:tblGrid>
              <a:tr h="0">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Metric</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Coefficient</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T Statistic</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P-Value</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04470665"/>
                  </a:ext>
                </a:extLst>
              </a:tr>
              <a:tr h="0">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Constant</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-805.1</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-7.061</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1.36 * 10^-7</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40291934"/>
                  </a:ext>
                </a:extLst>
              </a:tr>
              <a:tr h="0">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BA</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-1473.7</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-1.805</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0.0823</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4580772"/>
                  </a:ext>
                </a:extLst>
              </a:tr>
              <a:tr h="0">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SLG</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1391.7</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5.559</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6.81 * 10^-6</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86783542"/>
                  </a:ext>
                </a:extLst>
              </a:tr>
              <a:tr h="0">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OBP</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4207.3</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5.191</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1.82 * 10^-5</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07790778"/>
                  </a:ext>
                </a:extLst>
              </a:tr>
            </a:tbl>
          </a:graphicData>
        </a:graphic>
      </p:graphicFrame>
      <p:sp>
        <p:nvSpPr>
          <p:cNvPr id="34" name="TextBox 33">
            <a:extLst>
              <a:ext uri="{FF2B5EF4-FFF2-40B4-BE49-F238E27FC236}">
                <a16:creationId xmlns:a16="http://schemas.microsoft.com/office/drawing/2014/main" id="{1BEE0CA5-F2D3-E29F-76CB-B9DF4C717C1E}"/>
              </a:ext>
            </a:extLst>
          </p:cNvPr>
          <p:cNvSpPr txBox="1"/>
          <p:nvPr/>
        </p:nvSpPr>
        <p:spPr>
          <a:xfrm>
            <a:off x="3165983" y="1885205"/>
            <a:ext cx="2812034" cy="369332"/>
          </a:xfrm>
          <a:prstGeom prst="rect">
            <a:avLst/>
          </a:prstGeom>
          <a:noFill/>
        </p:spPr>
        <p:txBody>
          <a:bodyPr wrap="square" rtlCol="0">
            <a:spAutoFit/>
          </a:bodyPr>
          <a:lstStyle/>
          <a:p>
            <a:r>
              <a:rPr lang="en-US" sz="600" dirty="0">
                <a:latin typeface="Times New Roman" panose="02020603050405020304" pitchFamily="18" charset="0"/>
                <a:cs typeface="Times New Roman" panose="02020603050405020304" pitchFamily="18" charset="0"/>
              </a:rPr>
              <a:t>This regression results table shows which batting metrics at the plate are statistically significant with runs scored for the MLB teams. These metrics, abbreviated in the table above, are batting average, slugging percentage, and on-base percentage.</a:t>
            </a:r>
          </a:p>
        </p:txBody>
      </p:sp>
      <p:graphicFrame>
        <p:nvGraphicFramePr>
          <p:cNvPr id="35" name="Table 34">
            <a:extLst>
              <a:ext uri="{FF2B5EF4-FFF2-40B4-BE49-F238E27FC236}">
                <a16:creationId xmlns:a16="http://schemas.microsoft.com/office/drawing/2014/main" id="{88909A91-0481-9ABF-8566-E07DB732F9AB}"/>
              </a:ext>
            </a:extLst>
          </p:cNvPr>
          <p:cNvGraphicFramePr>
            <a:graphicFrameLocks noGrp="1"/>
          </p:cNvGraphicFramePr>
          <p:nvPr>
            <p:extLst>
              <p:ext uri="{D42A27DB-BD31-4B8C-83A1-F6EECF244321}">
                <p14:modId xmlns:p14="http://schemas.microsoft.com/office/powerpoint/2010/main" val="1532972745"/>
              </p:ext>
            </p:extLst>
          </p:nvPr>
        </p:nvGraphicFramePr>
        <p:xfrm>
          <a:off x="3273071" y="3726432"/>
          <a:ext cx="2597858" cy="515876"/>
        </p:xfrm>
        <a:graphic>
          <a:graphicData uri="http://schemas.openxmlformats.org/drawingml/2006/table">
            <a:tbl>
              <a:tblPr firstRow="1" firstCol="1" bandRow="1">
                <a:tableStyleId>{B301B821-A1FF-4177-AEE7-76D212191A09}</a:tableStyleId>
              </a:tblPr>
              <a:tblGrid>
                <a:gridCol w="568401">
                  <a:extLst>
                    <a:ext uri="{9D8B030D-6E8A-4147-A177-3AD203B41FA5}">
                      <a16:colId xmlns:a16="http://schemas.microsoft.com/office/drawing/2014/main" val="2240639660"/>
                    </a:ext>
                  </a:extLst>
                </a:gridCol>
                <a:gridCol w="674820">
                  <a:extLst>
                    <a:ext uri="{9D8B030D-6E8A-4147-A177-3AD203B41FA5}">
                      <a16:colId xmlns:a16="http://schemas.microsoft.com/office/drawing/2014/main" val="664480891"/>
                    </a:ext>
                  </a:extLst>
                </a:gridCol>
                <a:gridCol w="589975">
                  <a:extLst>
                    <a:ext uri="{9D8B030D-6E8A-4147-A177-3AD203B41FA5}">
                      <a16:colId xmlns:a16="http://schemas.microsoft.com/office/drawing/2014/main" val="2958091279"/>
                    </a:ext>
                  </a:extLst>
                </a:gridCol>
                <a:gridCol w="764662">
                  <a:extLst>
                    <a:ext uri="{9D8B030D-6E8A-4147-A177-3AD203B41FA5}">
                      <a16:colId xmlns:a16="http://schemas.microsoft.com/office/drawing/2014/main" val="493116600"/>
                    </a:ext>
                  </a:extLst>
                </a:gridCol>
              </a:tblGrid>
              <a:tr h="0">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Metric</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Coefficient</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T Statistic</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P-Value</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57530566"/>
                  </a:ext>
                </a:extLst>
              </a:tr>
              <a:tr h="0">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Constant</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697.1422</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14.718</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1.05 * 10^-14</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85126425"/>
                  </a:ext>
                </a:extLst>
              </a:tr>
              <a:tr h="0">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SB</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1.0023</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2.024</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0.0526</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70728108"/>
                  </a:ext>
                </a:extLst>
              </a:tr>
              <a:tr h="0">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CS</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-2.7794</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-1.55</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800" kern="100" dirty="0">
                          <a:effectLst/>
                          <a:latin typeface="Times New Roman" panose="02020603050405020304" pitchFamily="18" charset="0"/>
                          <a:cs typeface="Times New Roman" panose="02020603050405020304" pitchFamily="18" charset="0"/>
                        </a:rPr>
                        <a:t>0.1324</a:t>
                      </a:r>
                      <a:endParaRPr lang="en-US" sz="800" kern="100" dirty="0">
                        <a:effectLst/>
                        <a:latin typeface="Times New Roman" panose="02020603050405020304" pitchFamily="18"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1599232"/>
                  </a:ext>
                </a:extLst>
              </a:tr>
            </a:tbl>
          </a:graphicData>
        </a:graphic>
      </p:graphicFrame>
      <p:sp>
        <p:nvSpPr>
          <p:cNvPr id="36" name="TextBox 35">
            <a:extLst>
              <a:ext uri="{FF2B5EF4-FFF2-40B4-BE49-F238E27FC236}">
                <a16:creationId xmlns:a16="http://schemas.microsoft.com/office/drawing/2014/main" id="{80FD6AB7-6B7D-7588-E2F2-47F88A720AE8}"/>
              </a:ext>
            </a:extLst>
          </p:cNvPr>
          <p:cNvSpPr txBox="1"/>
          <p:nvPr/>
        </p:nvSpPr>
        <p:spPr>
          <a:xfrm>
            <a:off x="3175000" y="2205654"/>
            <a:ext cx="2803017" cy="1200329"/>
          </a:xfrm>
          <a:prstGeom prst="rect">
            <a:avLst/>
          </a:prstGeom>
          <a:noFill/>
        </p:spPr>
        <p:txBody>
          <a:bodyPr wrap="square" rtlCol="0">
            <a:spAutoFit/>
          </a:bodyPr>
          <a:lstStyle/>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Adjusted R-squared: 0.897, very strong statistical relationship</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89.7% of variability in team runs scored can be explained by batting average, slugging percentage, and on-base percentage</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Slugging percentage and on-base percentage have strong positive relationships with runs scored</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Surprisingly, team batting average does not</a:t>
            </a:r>
          </a:p>
        </p:txBody>
      </p:sp>
      <p:sp>
        <p:nvSpPr>
          <p:cNvPr id="38" name="Text Placeholder 6">
            <a:extLst>
              <a:ext uri="{FF2B5EF4-FFF2-40B4-BE49-F238E27FC236}">
                <a16:creationId xmlns:a16="http://schemas.microsoft.com/office/drawing/2014/main" id="{FA09F69A-7F6A-D95D-81F0-B57E163D0528}"/>
              </a:ext>
            </a:extLst>
          </p:cNvPr>
          <p:cNvSpPr txBox="1">
            <a:spLocks/>
          </p:cNvSpPr>
          <p:nvPr/>
        </p:nvSpPr>
        <p:spPr>
          <a:xfrm>
            <a:off x="3125964" y="3452018"/>
            <a:ext cx="2794000" cy="261610"/>
          </a:xfrm>
          <a:prstGeom prst="rect">
            <a:avLst/>
          </a:prstGeom>
        </p:spPr>
        <p:txBody>
          <a:bodyPr wrap="square">
            <a:spAutoFit/>
          </a:bodyPr>
          <a:lstStyle>
            <a:lvl1pPr marL="0" indent="0" algn="ctr" defTabSz="1625242" rtl="0" eaLnBrk="1" latinLnBrk="0" hangingPunct="1">
              <a:spcBef>
                <a:spcPct val="20000"/>
              </a:spcBef>
              <a:buFont typeface="Arial" pitchFamily="34" charset="0"/>
              <a:buNone/>
              <a:tabLst/>
              <a:defRPr lang="en-US" sz="625" b="1" kern="1200" dirty="0">
                <a:solidFill>
                  <a:schemeClr val="accent1">
                    <a:lumMod val="50000"/>
                  </a:schemeClr>
                </a:solidFill>
                <a:latin typeface="+mj-lt"/>
                <a:ea typeface="+mn-ea"/>
                <a:cs typeface="+mn-cs"/>
              </a:defRPr>
            </a:lvl1pPr>
            <a:lvl2pPr marL="282174" indent="-282174" algn="l" defTabSz="1625242" rtl="0" eaLnBrk="1" latinLnBrk="0" hangingPunct="1">
              <a:spcBef>
                <a:spcPct val="20000"/>
              </a:spcBef>
              <a:buFont typeface="Arial" pitchFamily="34" charset="0"/>
              <a:buChar char="–"/>
              <a:tabLst/>
              <a:defRPr lang="en-US" sz="667" kern="1200" smtClean="0">
                <a:solidFill>
                  <a:schemeClr val="tx1"/>
                </a:solidFill>
                <a:latin typeface="+mn-lt"/>
                <a:ea typeface="+mn-ea"/>
                <a:cs typeface="+mn-cs"/>
              </a:defRPr>
            </a:lvl2pPr>
            <a:lvl3pPr marL="282174" indent="-282174" algn="l" defTabSz="1625242" rtl="0" eaLnBrk="1" latinLnBrk="0" hangingPunct="1">
              <a:spcBef>
                <a:spcPct val="20000"/>
              </a:spcBef>
              <a:buFont typeface="Arial" pitchFamily="34" charset="0"/>
              <a:buChar char="•"/>
              <a:tabLst/>
              <a:defRPr lang="en-US" sz="417" kern="1200" smtClean="0">
                <a:solidFill>
                  <a:schemeClr val="tx1"/>
                </a:solidFill>
                <a:latin typeface="+mn-lt"/>
                <a:ea typeface="+mn-ea"/>
                <a:cs typeface="+mn-cs"/>
              </a:defRPr>
            </a:lvl3pPr>
            <a:lvl4pPr marL="282174" indent="-282174" algn="l" defTabSz="1625242" rtl="0" eaLnBrk="1" latinLnBrk="0" hangingPunct="1">
              <a:spcBef>
                <a:spcPct val="20000"/>
              </a:spcBef>
              <a:buFont typeface="Arial" pitchFamily="34" charset="0"/>
              <a:buChar char="–"/>
              <a:tabLst/>
              <a:defRPr lang="en-US" sz="333" kern="1200" smtClean="0">
                <a:solidFill>
                  <a:schemeClr val="tx1"/>
                </a:solidFill>
                <a:latin typeface="+mn-lt"/>
                <a:ea typeface="+mn-ea"/>
                <a:cs typeface="+mn-cs"/>
              </a:defRPr>
            </a:lvl4pPr>
            <a:lvl5pPr marL="282174" indent="-282174" algn="l" defTabSz="1625242" rtl="0" eaLnBrk="1" latinLnBrk="0" hangingPunct="1">
              <a:spcBef>
                <a:spcPct val="20000"/>
              </a:spcBef>
              <a:buFont typeface="Arial" pitchFamily="34" charset="0"/>
              <a:buChar char="»"/>
              <a:tabLst/>
              <a:defRPr lang="en-US" sz="333" kern="1200">
                <a:solidFill>
                  <a:schemeClr val="tx1"/>
                </a:solidFill>
                <a:latin typeface="+mn-lt"/>
                <a:ea typeface="+mn-ea"/>
                <a:cs typeface="+mn-cs"/>
              </a:defRPr>
            </a:lvl5pPr>
            <a:lvl6pPr marL="4469417" indent="-406311" algn="l" defTabSz="1625242" rtl="0" eaLnBrk="1" latinLnBrk="0" hangingPunct="1">
              <a:spcBef>
                <a:spcPct val="20000"/>
              </a:spcBef>
              <a:buFont typeface="Arial" pitchFamily="34" charset="0"/>
              <a:buChar char="•"/>
              <a:defRPr sz="3555" kern="1200">
                <a:solidFill>
                  <a:schemeClr val="tx1"/>
                </a:solidFill>
                <a:latin typeface="+mn-lt"/>
                <a:ea typeface="+mn-ea"/>
                <a:cs typeface="+mn-cs"/>
              </a:defRPr>
            </a:lvl6pPr>
            <a:lvl7pPr marL="5282037" indent="-406311" algn="l" defTabSz="1625242" rtl="0" eaLnBrk="1" latinLnBrk="0" hangingPunct="1">
              <a:spcBef>
                <a:spcPct val="20000"/>
              </a:spcBef>
              <a:buFont typeface="Arial" pitchFamily="34" charset="0"/>
              <a:buChar char="•"/>
              <a:defRPr sz="3555" kern="1200">
                <a:solidFill>
                  <a:schemeClr val="tx1"/>
                </a:solidFill>
                <a:latin typeface="+mn-lt"/>
                <a:ea typeface="+mn-ea"/>
                <a:cs typeface="+mn-cs"/>
              </a:defRPr>
            </a:lvl7pPr>
            <a:lvl8pPr marL="6094659" indent="-406311" algn="l" defTabSz="1625242" rtl="0" eaLnBrk="1" latinLnBrk="0" hangingPunct="1">
              <a:spcBef>
                <a:spcPct val="20000"/>
              </a:spcBef>
              <a:buFont typeface="Arial" pitchFamily="34" charset="0"/>
              <a:buChar char="•"/>
              <a:defRPr sz="3555" kern="1200">
                <a:solidFill>
                  <a:schemeClr val="tx1"/>
                </a:solidFill>
                <a:latin typeface="+mn-lt"/>
                <a:ea typeface="+mn-ea"/>
                <a:cs typeface="+mn-cs"/>
              </a:defRPr>
            </a:lvl8pPr>
            <a:lvl9pPr marL="6907280" indent="-406311" algn="l" defTabSz="1625242" rtl="0" eaLnBrk="1" latinLnBrk="0" hangingPunct="1">
              <a:spcBef>
                <a:spcPct val="20000"/>
              </a:spcBef>
              <a:buFont typeface="Arial" pitchFamily="34" charset="0"/>
              <a:buChar char="•"/>
              <a:defRPr sz="3555" kern="1200">
                <a:solidFill>
                  <a:schemeClr val="tx1"/>
                </a:solidFill>
                <a:latin typeface="+mn-lt"/>
                <a:ea typeface="+mn-ea"/>
                <a:cs typeface="+mn-cs"/>
              </a:defRPr>
            </a:lvl9pPr>
          </a:lstStyle>
          <a:p>
            <a:r>
              <a:rPr lang="en-US" sz="1100" dirty="0">
                <a:latin typeface="Times New Roman" panose="02020603050405020304" pitchFamily="18" charset="0"/>
                <a:cs typeface="Times New Roman" panose="02020603050405020304" pitchFamily="18" charset="0"/>
              </a:rPr>
              <a:t>Impact of Baserunning Metrics</a:t>
            </a:r>
          </a:p>
        </p:txBody>
      </p:sp>
      <p:sp>
        <p:nvSpPr>
          <p:cNvPr id="39" name="TextBox 38">
            <a:extLst>
              <a:ext uri="{FF2B5EF4-FFF2-40B4-BE49-F238E27FC236}">
                <a16:creationId xmlns:a16="http://schemas.microsoft.com/office/drawing/2014/main" id="{F6C535C9-CFD4-5C32-97B3-E7CC82D81932}"/>
              </a:ext>
            </a:extLst>
          </p:cNvPr>
          <p:cNvSpPr txBox="1"/>
          <p:nvPr/>
        </p:nvSpPr>
        <p:spPr>
          <a:xfrm>
            <a:off x="3165983" y="4646851"/>
            <a:ext cx="2803017" cy="2031325"/>
          </a:xfrm>
          <a:prstGeom prst="rect">
            <a:avLst/>
          </a:prstGeom>
          <a:noFill/>
        </p:spPr>
        <p:txBody>
          <a:bodyPr wrap="square" rtlCol="0">
            <a:spAutoFit/>
          </a:bodyPr>
          <a:lstStyle/>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Adjusted R-squared: 0.06673, very weak statistical relationship</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6.673% of variability in team runs scored can be explained by stolen bases and caught stealing outs</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The weakness of the model makes sense, as a large amount of the variability in runs scored comes from slugging percentage, on-base percentage, and team batting average</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Stolen bases and number of caught stealing attempts are both clinically significant with runs scored</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An increase by one stolen base is associated with an increase of 1.0023 runs scored</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An increase by one caught stealing attempt is associated with a decrease of 2.7794 runs scored</a:t>
            </a:r>
          </a:p>
        </p:txBody>
      </p:sp>
      <p:sp>
        <p:nvSpPr>
          <p:cNvPr id="40" name="TextBox 39">
            <a:extLst>
              <a:ext uri="{FF2B5EF4-FFF2-40B4-BE49-F238E27FC236}">
                <a16:creationId xmlns:a16="http://schemas.microsoft.com/office/drawing/2014/main" id="{42E293E2-3FD6-3F91-93C5-D149E6CABA32}"/>
              </a:ext>
            </a:extLst>
          </p:cNvPr>
          <p:cNvSpPr txBox="1"/>
          <p:nvPr/>
        </p:nvSpPr>
        <p:spPr>
          <a:xfrm>
            <a:off x="3175000" y="4238578"/>
            <a:ext cx="2695929" cy="461665"/>
          </a:xfrm>
          <a:prstGeom prst="rect">
            <a:avLst/>
          </a:prstGeom>
          <a:noFill/>
        </p:spPr>
        <p:txBody>
          <a:bodyPr wrap="square" rtlCol="0">
            <a:spAutoFit/>
          </a:bodyPr>
          <a:lstStyle/>
          <a:p>
            <a:r>
              <a:rPr lang="en-US" sz="600" dirty="0">
                <a:latin typeface="Times New Roman" panose="02020603050405020304" pitchFamily="18" charset="0"/>
                <a:cs typeface="Times New Roman" panose="02020603050405020304" pitchFamily="18" charset="0"/>
              </a:rPr>
              <a:t>This regression results table shows which baserunning metrics are statistically significant with runs scored for the MLB teams. These metrics, abbreviated in the table above, are stolen bases and the number of times a team’s baserunner was caught stealing.</a:t>
            </a:r>
          </a:p>
        </p:txBody>
      </p:sp>
      <p:pic>
        <p:nvPicPr>
          <p:cNvPr id="42" name="Picture 41">
            <a:extLst>
              <a:ext uri="{FF2B5EF4-FFF2-40B4-BE49-F238E27FC236}">
                <a16:creationId xmlns:a16="http://schemas.microsoft.com/office/drawing/2014/main" id="{E2CE8C51-3C9B-D002-B052-28751101B404}"/>
              </a:ext>
            </a:extLst>
          </p:cNvPr>
          <p:cNvPicPr>
            <a:picLocks noChangeAspect="1"/>
          </p:cNvPicPr>
          <p:nvPr/>
        </p:nvPicPr>
        <p:blipFill>
          <a:blip r:embed="rId4"/>
          <a:stretch>
            <a:fillRect/>
          </a:stretch>
        </p:blipFill>
        <p:spPr>
          <a:xfrm>
            <a:off x="6733666" y="1213079"/>
            <a:ext cx="1772666" cy="1764608"/>
          </a:xfrm>
          <a:prstGeom prst="rect">
            <a:avLst/>
          </a:prstGeom>
        </p:spPr>
      </p:pic>
      <p:sp>
        <p:nvSpPr>
          <p:cNvPr id="43" name="TextBox 42">
            <a:extLst>
              <a:ext uri="{FF2B5EF4-FFF2-40B4-BE49-F238E27FC236}">
                <a16:creationId xmlns:a16="http://schemas.microsoft.com/office/drawing/2014/main" id="{3F34D2DF-6C06-2DA0-EC33-9309D06F41B6}"/>
              </a:ext>
            </a:extLst>
          </p:cNvPr>
          <p:cNvSpPr txBox="1"/>
          <p:nvPr/>
        </p:nvSpPr>
        <p:spPr>
          <a:xfrm>
            <a:off x="6577713" y="2960035"/>
            <a:ext cx="2175597" cy="369332"/>
          </a:xfrm>
          <a:prstGeom prst="rect">
            <a:avLst/>
          </a:prstGeom>
          <a:noFill/>
        </p:spPr>
        <p:txBody>
          <a:bodyPr wrap="square" rtlCol="0">
            <a:spAutoFit/>
          </a:bodyPr>
          <a:lstStyle/>
          <a:p>
            <a:r>
              <a:rPr lang="en-US" sz="600" dirty="0">
                <a:latin typeface="Times New Roman" panose="02020603050405020304" pitchFamily="18" charset="0"/>
                <a:cs typeface="Times New Roman" panose="02020603050405020304" pitchFamily="18" charset="0"/>
              </a:rPr>
              <a:t>This scatter plot shows the relationship between team fielding percentage and runs allowed per game in 2025. Generally, runs allowed per game decreases as fielding percentage improves.</a:t>
            </a:r>
          </a:p>
        </p:txBody>
      </p:sp>
      <p:sp>
        <p:nvSpPr>
          <p:cNvPr id="44" name="TextBox 43">
            <a:extLst>
              <a:ext uri="{FF2B5EF4-FFF2-40B4-BE49-F238E27FC236}">
                <a16:creationId xmlns:a16="http://schemas.microsoft.com/office/drawing/2014/main" id="{931B31CF-209D-392D-6A43-71D6A2E74C6D}"/>
              </a:ext>
            </a:extLst>
          </p:cNvPr>
          <p:cNvSpPr txBox="1"/>
          <p:nvPr/>
        </p:nvSpPr>
        <p:spPr>
          <a:xfrm>
            <a:off x="6268511" y="3274283"/>
            <a:ext cx="2793999" cy="784830"/>
          </a:xfrm>
          <a:prstGeom prst="rect">
            <a:avLst/>
          </a:prstGeom>
          <a:noFill/>
        </p:spPr>
        <p:txBody>
          <a:bodyPr wrap="square" rtlCol="0">
            <a:spAutoFit/>
          </a:bodyPr>
          <a:lstStyle/>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Correlation coefficient: -0.52</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Moderate negative relationship between team fielding percentage and runs allowed per game</a:t>
            </a:r>
          </a:p>
          <a:p>
            <a:pPr marL="171450" indent="-171450">
              <a:buFont typeface="Arial" panose="020B0604020202020204" pitchFamily="34" charset="0"/>
              <a:buChar char="•"/>
            </a:pPr>
            <a:r>
              <a:rPr lang="en-US" sz="900" dirty="0">
                <a:latin typeface="Times New Roman" panose="02020603050405020304" pitchFamily="18" charset="0"/>
                <a:cs typeface="Times New Roman" panose="02020603050405020304" pitchFamily="18" charset="0"/>
              </a:rPr>
              <a:t>As team fielding percentage improves, the predicted runs allowed per game decreases</a:t>
            </a:r>
          </a:p>
        </p:txBody>
      </p:sp>
      <p:pic>
        <p:nvPicPr>
          <p:cNvPr id="46" name="Picture 45">
            <a:extLst>
              <a:ext uri="{FF2B5EF4-FFF2-40B4-BE49-F238E27FC236}">
                <a16:creationId xmlns:a16="http://schemas.microsoft.com/office/drawing/2014/main" id="{E7A67581-9CE0-C2C5-7804-697C8DB89BA2}"/>
              </a:ext>
            </a:extLst>
          </p:cNvPr>
          <p:cNvPicPr>
            <a:picLocks noChangeAspect="1"/>
          </p:cNvPicPr>
          <p:nvPr/>
        </p:nvPicPr>
        <p:blipFill>
          <a:blip r:embed="rId5"/>
          <a:stretch>
            <a:fillRect/>
          </a:stretch>
        </p:blipFill>
        <p:spPr>
          <a:xfrm>
            <a:off x="6632183" y="4102783"/>
            <a:ext cx="1975632" cy="1970754"/>
          </a:xfrm>
          <a:prstGeom prst="rect">
            <a:avLst/>
          </a:prstGeom>
        </p:spPr>
      </p:pic>
      <p:sp>
        <p:nvSpPr>
          <p:cNvPr id="47" name="TextBox 46">
            <a:extLst>
              <a:ext uri="{FF2B5EF4-FFF2-40B4-BE49-F238E27FC236}">
                <a16:creationId xmlns:a16="http://schemas.microsoft.com/office/drawing/2014/main" id="{605389A0-5C75-B8C1-E5C1-9A0334221FD6}"/>
              </a:ext>
            </a:extLst>
          </p:cNvPr>
          <p:cNvSpPr txBox="1"/>
          <p:nvPr/>
        </p:nvSpPr>
        <p:spPr>
          <a:xfrm>
            <a:off x="6266401" y="6078011"/>
            <a:ext cx="2707195" cy="553998"/>
          </a:xfrm>
          <a:prstGeom prst="rect">
            <a:avLst/>
          </a:prstGeom>
          <a:noFill/>
        </p:spPr>
        <p:txBody>
          <a:bodyPr wrap="square" rtlCol="0">
            <a:spAutoFit/>
          </a:bodyPr>
          <a:lstStyle/>
          <a:p>
            <a:r>
              <a:rPr lang="en-US" sz="600" dirty="0">
                <a:latin typeface="Times New Roman" panose="02020603050405020304" pitchFamily="18" charset="0"/>
                <a:cs typeface="Times New Roman" panose="02020603050405020304" pitchFamily="18" charset="0"/>
              </a:rPr>
              <a:t>This bar chart shows each MLB team ranked by their defensive efficiency during the 2025 MLB season. Although not a perfect predictor, many of the teams near the top (Cubs, Padres, Reds, Brewers, Yankees, Astros) all made the playoffs this past season. Many of the teams near the bottom of the bar chart (Rockies, Nationals, Orioles, Twins) finished near the bottom of the league in wins.</a:t>
            </a:r>
          </a:p>
        </p:txBody>
      </p:sp>
      <p:sp>
        <p:nvSpPr>
          <p:cNvPr id="10" name="TextBox 9">
            <a:extLst>
              <a:ext uri="{FF2B5EF4-FFF2-40B4-BE49-F238E27FC236}">
                <a16:creationId xmlns:a16="http://schemas.microsoft.com/office/drawing/2014/main" id="{C0C576CE-B268-6FCD-2552-C5057EB3DF3C}"/>
              </a:ext>
            </a:extLst>
          </p:cNvPr>
          <p:cNvSpPr txBox="1"/>
          <p:nvPr/>
        </p:nvSpPr>
        <p:spPr>
          <a:xfrm>
            <a:off x="9270997" y="1092083"/>
            <a:ext cx="2849035" cy="3277820"/>
          </a:xfrm>
          <a:prstGeom prst="rect">
            <a:avLst/>
          </a:prstGeom>
          <a:noFill/>
        </p:spPr>
        <p:txBody>
          <a:bodyPr wrap="square" rtlCol="0">
            <a:spAutoFit/>
          </a:bodyPr>
          <a:lstStyle/>
          <a:p>
            <a:r>
              <a:rPr lang="en-US" sz="900" dirty="0">
                <a:latin typeface="Times New Roman" panose="02020603050405020304" pitchFamily="18" charset="0"/>
                <a:cs typeface="Times New Roman" panose="02020603050405020304" pitchFamily="18" charset="0"/>
              </a:rPr>
              <a:t>Certain batting, pitching, and fielding metrics are more significant than others in predicting the performance of an MLB team. Team earned run average (ERA) had a very strong negative relationship with team wins during the 2025 MLB regular season, with the correlation coefficient being -0.77. As team ERA increases, predicted wins decreases. The multiple linear regression between the hitting metrics and runs scored revealed some surprising results. The model was very strong, with the adjusted R-squared being 89.7%. Slugging percentage and on-base percentage each had strong positive relationships with runs scored. Surprisingly, team batting average had a negative relationship with runs scored. For the baserunning model, both stolen bases and number of times caught stealing were determined to be clinically significant with runs scored. An increase by one stolen base is associated with an increase of 1.0023 runs scored. An increase by one caught stealing attempt is associated with a decrease of 2.7794 runs scored. Fielding percentage had a moderate negative relationship with runs allowed per game, with a correlation coefficient of -0.52. Many of the most defensively efficient MLB teams in 2025 made the postseason.</a:t>
            </a:r>
          </a:p>
        </p:txBody>
      </p:sp>
      <p:sp>
        <p:nvSpPr>
          <p:cNvPr id="11" name="TextBox 10">
            <a:extLst>
              <a:ext uri="{FF2B5EF4-FFF2-40B4-BE49-F238E27FC236}">
                <a16:creationId xmlns:a16="http://schemas.microsoft.com/office/drawing/2014/main" id="{3148183A-6362-CCDB-AE46-9663C8A740E2}"/>
              </a:ext>
            </a:extLst>
          </p:cNvPr>
          <p:cNvSpPr txBox="1"/>
          <p:nvPr/>
        </p:nvSpPr>
        <p:spPr>
          <a:xfrm>
            <a:off x="9257237" y="4442351"/>
            <a:ext cx="2849034" cy="2308324"/>
          </a:xfrm>
          <a:prstGeom prst="rect">
            <a:avLst/>
          </a:prstGeom>
          <a:noFill/>
        </p:spPr>
        <p:txBody>
          <a:bodyPr wrap="square" rtlCol="0">
            <a:spAutoFit/>
          </a:bodyPr>
          <a:lstStyle/>
          <a:p>
            <a:r>
              <a:rPr lang="en-US" sz="900" dirty="0">
                <a:latin typeface="Times New Roman" panose="02020603050405020304" pitchFamily="18" charset="0"/>
                <a:cs typeface="Times New Roman" panose="02020603050405020304" pitchFamily="18" charset="0"/>
              </a:rPr>
              <a:t>General managers and coaches can learn a lot from these research findings. From a roster construction standpoint, it is clear which skills are necessary, and which are not. General managers should prioritize position players who can get on base, hit for power, run the bases well, and accurately field their position. Baseball executives should target starting and relief pitchers who excel in the statistic of earned run average. If the fielders behind them can field their positions, the team will most likely win a lot of games. For coaches, the winning strategy is very clear. Players should be instructed to prioritize getting on base in any way possible, even if it is not a hit. Spring training and in-season training should be used to teach players how to effectively run the bases and field their positions. This will allow the team to be defensively efficient and dangerous on the bases once the regular season starts.</a:t>
            </a:r>
          </a:p>
        </p:txBody>
      </p:sp>
    </p:spTree>
    <p:extLst>
      <p:ext uri="{BB962C8B-B14F-4D97-AF65-F5344CB8AC3E}">
        <p14:creationId xmlns:p14="http://schemas.microsoft.com/office/powerpoint/2010/main" val="183389920"/>
      </p:ext>
    </p:extLst>
  </p:cSld>
  <p:clrMapOvr>
    <a:masterClrMapping/>
  </p:clrMapOvr>
</p:sld>
</file>

<file path=ppt/theme/theme1.xml><?xml version="1.0" encoding="utf-8"?>
<a:theme xmlns:a="http://schemas.openxmlformats.org/drawingml/2006/main" name="With Gu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sterPresentations.com-36x48-Template-V001" id="{2709450C-FB62-A044-B777-6465EEDF651E}" vid="{FA1BCBBE-DDC6-9342-80DD-73272B52D67C}"/>
    </a:ext>
  </a:extLst>
</a:theme>
</file>

<file path=docProps/app.xml><?xml version="1.0" encoding="utf-8"?>
<Properties xmlns="http://schemas.openxmlformats.org/officeDocument/2006/extended-properties" xmlns:vt="http://schemas.openxmlformats.org/officeDocument/2006/docPropsVTypes">
  <TotalTime>522</TotalTime>
  <Words>991</Words>
  <Application>Microsoft Office PowerPoint</Application>
  <PresentationFormat>Widescreen</PresentationFormat>
  <Paragraphs>73</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Arial Black</vt:lpstr>
      <vt:lpstr>Arial Narrow</vt:lpstr>
      <vt:lpstr>Calibri</vt:lpstr>
      <vt:lpstr>Times New Roman</vt:lpstr>
      <vt:lpstr>Trebuchet MS</vt:lpstr>
      <vt:lpstr>With Guides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Chapman</dc:creator>
  <cp:lastModifiedBy>Peter Chapman</cp:lastModifiedBy>
  <cp:revision>1</cp:revision>
  <dcterms:created xsi:type="dcterms:W3CDTF">2025-11-02T17:16:35Z</dcterms:created>
  <dcterms:modified xsi:type="dcterms:W3CDTF">2025-11-03T02:01:13Z</dcterms:modified>
</cp:coreProperties>
</file>